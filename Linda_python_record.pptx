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0"/>
        <p:guide pos="380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2235" y="1313437"/>
            <a:ext cx="9144000" cy="2187001"/>
          </a:xfrm>
        </p:spPr>
        <p:txBody>
          <a:bodyPr>
            <a:normAutofit fontScale="90000"/>
          </a:bodyPr>
          <a:p>
            <a:r>
              <a:rPr lang="vi-VN" altLang="en-US" b="1">
                <a:latin typeface="Bahnschrift" panose="020B0502040204020203" charset="0"/>
                <a:cs typeface="Bahnschrift" panose="020B0502040204020203" charset="0"/>
              </a:rPr>
              <a:t>LEARNING PYTHON RECORD</a:t>
            </a:r>
            <a:endParaRPr lang="vi-VN" altLang="en-US" b="1"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8320" y="212090"/>
            <a:ext cx="204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b="1">
                <a:solidFill>
                  <a:schemeClr val="accent2"/>
                </a:solidFill>
              </a:rPr>
              <a:t>Day 1 2024/02/26</a:t>
            </a:r>
            <a:endParaRPr lang="vi-VN" b="1">
              <a:solidFill>
                <a:schemeClr val="accent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2720" y="1360805"/>
            <a:ext cx="4761230" cy="51136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28320" y="676275"/>
            <a:ext cx="6158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1. Complete basic python lessons for beginner</a:t>
            </a:r>
            <a:endParaRPr lang="vi-V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8300" y="212090"/>
            <a:ext cx="204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b="1">
                <a:solidFill>
                  <a:schemeClr val="accent2"/>
                </a:solidFill>
              </a:rPr>
              <a:t>Day 1 2024/02/26</a:t>
            </a:r>
            <a:endParaRPr lang="vi-VN" b="1">
              <a:solidFill>
                <a:schemeClr val="accent2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8320" y="676275"/>
            <a:ext cx="598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2. Learning how to process data CSV files in python</a:t>
            </a:r>
            <a:endParaRPr lang="vi-VN" altLang="en-US" b="1"/>
          </a:p>
        </p:txBody>
      </p:sp>
      <p:sp>
        <p:nvSpPr>
          <p:cNvPr id="7" name="Text Box 6"/>
          <p:cNvSpPr txBox="1"/>
          <p:nvPr/>
        </p:nvSpPr>
        <p:spPr>
          <a:xfrm>
            <a:off x="528320" y="1242695"/>
            <a:ext cx="5504180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vi-V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 Lessons about CSV file in python completed</a:t>
            </a:r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1. Reading CSV File with csv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2. Reading CSV Files into a Dictionary With csv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3. Optional Python CSV reader 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4. Writing CSV File From a Dictionary With csv 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89280" y="3449955"/>
            <a:ext cx="750951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vi-V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 Complete Homework</a:t>
            </a:r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Use Python to organize 50 test data and then create new test reports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400" y="598170"/>
            <a:ext cx="6391910" cy="60432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370" y="792480"/>
            <a:ext cx="4846320" cy="4242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8320" y="212090"/>
            <a:ext cx="204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/>
                </a:solidFill>
              </a:rPr>
              <a:t>D</a:t>
            </a:r>
            <a:r>
              <a:rPr lang="vi-VN" b="1">
                <a:solidFill>
                  <a:schemeClr val="accent2"/>
                </a:solidFill>
              </a:rPr>
              <a:t>ay 2 2024/02/29</a:t>
            </a:r>
            <a:endParaRPr lang="vi-VN" b="1">
              <a:solidFill>
                <a:schemeClr val="accent2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8320" y="714375"/>
            <a:ext cx="8815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1. Learn Basic USB camera control, basic image recognition processing: RGB calculation, barcode decoding, basic OCR... </a:t>
            </a:r>
            <a:endParaRPr lang="vi-VN" altLang="en-US" b="1"/>
          </a:p>
        </p:txBody>
      </p:sp>
      <p:sp>
        <p:nvSpPr>
          <p:cNvPr id="7" name="Text Box 6"/>
          <p:cNvSpPr txBox="1"/>
          <p:nvPr/>
        </p:nvSpPr>
        <p:spPr>
          <a:xfrm>
            <a:off x="631825" y="1612900"/>
            <a:ext cx="660146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vi-VN" altLang="en-US" b="1">
                <a:solidFill>
                  <a:srgbClr val="FF0000"/>
                </a:solidFill>
              </a:rPr>
              <a:t>LESSONS FOR DAY 2 NEED TO LEARN</a:t>
            </a:r>
            <a:endParaRPr lang="vi-VN" altLang="en-US"/>
          </a:p>
          <a:p>
            <a:pPr>
              <a:lnSpc>
                <a:spcPct val="130000"/>
              </a:lnSpc>
            </a:pPr>
            <a:endParaRPr lang="vi-VN" altLang="en-US"/>
          </a:p>
          <a:p>
            <a:pPr>
              <a:lnSpc>
                <a:spcPct val="130000"/>
              </a:lnSpc>
            </a:pPr>
            <a:r>
              <a:rPr lang="vi-VN" altLang="en-US"/>
              <a:t>1. Basic USB  camera control with Python code</a:t>
            </a:r>
            <a:endParaRPr lang="vi-VN" altLang="en-US"/>
          </a:p>
          <a:p>
            <a:pPr>
              <a:lnSpc>
                <a:spcPct val="130000"/>
              </a:lnSpc>
            </a:pPr>
            <a:r>
              <a:rPr lang="vi-VN" altLang="en-US"/>
              <a:t>2. Basic Image recognition processing with Python code </a:t>
            </a:r>
            <a:endParaRPr lang="vi-V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631825" y="3707130"/>
            <a:ext cx="881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2. Do homework</a:t>
            </a:r>
            <a:endParaRPr lang="vi-VN" altLang="en-US" b="1"/>
          </a:p>
        </p:txBody>
      </p:sp>
      <p:sp>
        <p:nvSpPr>
          <p:cNvPr id="9" name="Text Box 8"/>
          <p:cNvSpPr txBox="1"/>
          <p:nvPr/>
        </p:nvSpPr>
        <p:spPr>
          <a:xfrm>
            <a:off x="631825" y="4246245"/>
            <a:ext cx="77933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vi-VN" altLang="en-US"/>
              <a:t>1. Take pictures and archive them: file name rules - date and time. </a:t>
            </a:r>
            <a:endParaRPr lang="vi-VN" altLang="en-US"/>
          </a:p>
          <a:p>
            <a:pPr>
              <a:lnSpc>
                <a:spcPct val="130000"/>
              </a:lnSpc>
            </a:pPr>
            <a:r>
              <a:rPr lang="vi-VN" altLang="en-US"/>
              <a:t>2. Archiving of test results: file name rules-date and time. </a:t>
            </a:r>
            <a:endParaRPr lang="vi-V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 Box 7"/>
          <p:cNvSpPr txBox="1"/>
          <p:nvPr/>
        </p:nvSpPr>
        <p:spPr>
          <a:xfrm>
            <a:off x="259715" y="256540"/>
            <a:ext cx="881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2. Result after learning process images in python (opencv-python)</a:t>
            </a:r>
            <a:r>
              <a:rPr lang="vi-VN" altLang="en-US" b="1"/>
              <a:t> </a:t>
            </a:r>
            <a:endParaRPr lang="vi-VN" altLang="en-US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715" y="855980"/>
            <a:ext cx="6974205" cy="436689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93065" y="5549265"/>
            <a:ext cx="68999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After reading and researching related documents, I can read and understand the image processing code by python. However, I have not yet come up with a solution to write code to handle this problem.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44105" y="925830"/>
            <a:ext cx="293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Th</a:t>
            </a:r>
            <a:r>
              <a:rPr lang="vi-VN" altLang="en-US"/>
              <a:t>is</a:t>
            </a:r>
            <a:r>
              <a:rPr lang="en-US"/>
              <a:t> code is written based on the existing code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8320" y="212090"/>
            <a:ext cx="204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/>
                </a:solidFill>
              </a:rPr>
              <a:t>D</a:t>
            </a:r>
            <a:r>
              <a:rPr lang="vi-VN" b="1">
                <a:solidFill>
                  <a:schemeClr val="accent2"/>
                </a:solidFill>
              </a:rPr>
              <a:t>ay 3 2024/03</a:t>
            </a:r>
            <a:r>
              <a:rPr lang="vi-VN" b="1">
                <a:solidFill>
                  <a:schemeClr val="accent2"/>
                </a:solidFill>
              </a:rPr>
              <a:t>/04</a:t>
            </a:r>
            <a:endParaRPr lang="vi-VN" b="1">
              <a:solidFill>
                <a:schemeClr val="accent2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8320" y="714375"/>
            <a:ext cx="881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1. Learn design a simple UI</a:t>
            </a:r>
            <a:endParaRPr lang="vi-VN" altLang="en-US" b="1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80" y="1567180"/>
            <a:ext cx="8388350" cy="42697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99440" y="1198880"/>
            <a:ext cx="9255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The content below needs to be read and </a:t>
            </a:r>
            <a:r>
              <a:rPr lang="vi-VN" altLang="en-US"/>
              <a:t>research</a:t>
            </a:r>
            <a:r>
              <a:rPr lang="en-US"/>
              <a:t> before practicing designing a </a:t>
            </a:r>
            <a:r>
              <a:rPr lang="vi-VN" altLang="en-US"/>
              <a:t>simple </a:t>
            </a:r>
            <a:r>
              <a:rPr lang="en-US"/>
              <a:t>UI</a:t>
            </a:r>
            <a:r>
              <a:rPr lang="vi-VN" altLang="en-US"/>
              <a:t>:</a:t>
            </a: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WPS Presentation</Application>
  <PresentationFormat>宽屏</PresentationFormat>
  <Paragraphs>45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SimSun</vt:lpstr>
      <vt:lpstr>Wingdings</vt:lpstr>
      <vt:lpstr>Calibri Light</vt:lpstr>
      <vt:lpstr>Bahnschrift</vt:lpstr>
      <vt:lpstr>Microsoft YaHei</vt:lpstr>
      <vt:lpstr>Arial Unicode MS</vt:lpstr>
      <vt:lpstr>Calibri</vt:lpstr>
      <vt:lpstr>Bahnschrift SemiCondensed</vt:lpstr>
      <vt:lpstr>Office Theme</vt:lpstr>
      <vt:lpstr>LEARNING PYTHON RECORD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steven1_nguyen</dc:creator>
  <cp:lastModifiedBy>Linda1_Tran</cp:lastModifiedBy>
  <cp:revision>13</cp:revision>
  <dcterms:created xsi:type="dcterms:W3CDTF">2024-02-26T08:26:00Z</dcterms:created>
  <dcterms:modified xsi:type="dcterms:W3CDTF">2024-03-04T09:46:27Z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1033-11.8.2.8412</vt:lpwstr>
  </property>
</Properties>
</file>