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0"/>
        <p:guide pos="380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2235" y="1313437"/>
            <a:ext cx="9144000" cy="2187001"/>
          </a:xfrm>
        </p:spPr>
        <p:txBody>
          <a:bodyPr>
            <a:normAutofit fontScale="90000"/>
          </a:bodyPr>
          <a:p>
            <a:r>
              <a:rPr lang="vi-VN" altLang="en-US" b="1">
                <a:latin typeface="Bahnschrift" panose="020B0502040204020203" charset="0"/>
                <a:cs typeface="Bahnschrift" panose="020B0502040204020203" charset="0"/>
              </a:rPr>
              <a:t>LEARNING PYTHON RECORD</a:t>
            </a:r>
            <a:endParaRPr lang="vi-VN" altLang="en-US" b="1">
              <a:latin typeface="Bahnschrift" panose="020B0502040204020203" charset="0"/>
              <a:cs typeface="Bahnschrift" panose="020B05020402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528320" y="1044575"/>
            <a:ext cx="43700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BASIC PYTHON LESSON COMPLETED</a:t>
            </a:r>
            <a:endParaRPr lang="vi-VN" altLang="en-US"/>
          </a:p>
          <a:p>
            <a:endParaRPr lang="vi-VN" altLang="en-US"/>
          </a:p>
          <a:p>
            <a:r>
              <a:rPr lang="vi-VN" altLang="en-US"/>
              <a:t>1. Python Comments </a:t>
            </a:r>
            <a:endParaRPr lang="vi-VN" altLang="en-US"/>
          </a:p>
          <a:p>
            <a:r>
              <a:rPr lang="vi-VN" altLang="en-US"/>
              <a:t>2. Python Variales</a:t>
            </a:r>
            <a:endParaRPr lang="vi-VN" altLang="en-US"/>
          </a:p>
          <a:p>
            <a:r>
              <a:rPr lang="vi-VN" altLang="en-US"/>
              <a:t>3. Python Data types</a:t>
            </a:r>
            <a:endParaRPr lang="vi-VN" altLang="en-US"/>
          </a:p>
          <a:p>
            <a:r>
              <a:rPr lang="vi-VN" altLang="en-US"/>
              <a:t>4. Python Numbers</a:t>
            </a:r>
            <a:endParaRPr lang="vi-VN" altLang="en-US"/>
          </a:p>
          <a:p>
            <a:r>
              <a:rPr lang="vi-VN" altLang="en-US"/>
              <a:t>5. Python Casting</a:t>
            </a:r>
            <a:endParaRPr lang="vi-VN" altLang="en-US"/>
          </a:p>
          <a:p>
            <a:r>
              <a:rPr lang="vi-VN" altLang="en-US"/>
              <a:t>6. Python String</a:t>
            </a:r>
            <a:endParaRPr lang="vi-VN" altLang="en-US"/>
          </a:p>
          <a:p>
            <a:r>
              <a:rPr lang="vi-VN" altLang="en-US"/>
              <a:t>7. Python Booleans</a:t>
            </a:r>
            <a:endParaRPr lang="vi-VN" altLang="en-US"/>
          </a:p>
          <a:p>
            <a:r>
              <a:rPr lang="vi-VN" altLang="en-US"/>
              <a:t>8. Python Operators</a:t>
            </a:r>
            <a:endParaRPr lang="vi-VN" altLang="en-US"/>
          </a:p>
          <a:p>
            <a:r>
              <a:rPr lang="vi-VN" altLang="en-US"/>
              <a:t>9. Python Lists</a:t>
            </a:r>
            <a:endParaRPr lang="vi-VN" altLang="en-US"/>
          </a:p>
          <a:p>
            <a:r>
              <a:rPr lang="vi-VN" altLang="en-US"/>
              <a:t>10. Python Tuptle</a:t>
            </a:r>
            <a:endParaRPr lang="vi-VN" altLang="en-US"/>
          </a:p>
        </p:txBody>
      </p:sp>
      <p:sp>
        <p:nvSpPr>
          <p:cNvPr id="2" name="Text Box 1"/>
          <p:cNvSpPr txBox="1"/>
          <p:nvPr/>
        </p:nvSpPr>
        <p:spPr>
          <a:xfrm>
            <a:off x="52832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>
                <a:solidFill>
                  <a:schemeClr val="accent2"/>
                </a:solidFill>
              </a:rPr>
              <a:t>Day 1 2024/02/26</a:t>
            </a:r>
            <a:endParaRPr lang="vi-VN" b="1">
              <a:solidFill>
                <a:schemeClr val="accent2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8160" y="1340485"/>
            <a:ext cx="4776470" cy="512953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685915" y="898525"/>
            <a:ext cx="33000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/>
              <a:t>Python lessons for beginner</a:t>
            </a:r>
            <a:endParaRPr lang="vi-VN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528320" y="676275"/>
            <a:ext cx="6158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1. Complete basic python lessons for beginner</a:t>
            </a:r>
            <a:endParaRPr lang="vi-V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6830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b="1">
                <a:solidFill>
                  <a:schemeClr val="accent2"/>
                </a:solidFill>
              </a:rPr>
              <a:t>Day 1 2024/02/26</a:t>
            </a:r>
            <a:endParaRPr lang="vi-VN" b="1">
              <a:solidFill>
                <a:schemeClr val="accent2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8320" y="676275"/>
            <a:ext cx="5986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2. Learning how to process data CSV files in python</a:t>
            </a:r>
            <a:endParaRPr lang="vi-VN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528320" y="1242695"/>
            <a:ext cx="5504180" cy="18897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vi-V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Lessons about CSV file in python completed</a:t>
            </a:r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1. Reading CSV File with csv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2. Reading CSV Files into a Dictionary With csv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3. Optional Python CSV reader 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4. Writing CSV File From a Dictionary With csv 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589280" y="3449955"/>
            <a:ext cx="517334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</a:pPr>
            <a:r>
              <a:rPr lang="vi-VN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Complete Homework</a:t>
            </a:r>
            <a:endParaRPr lang="en-US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vi-VN" altLang="en-US">
                <a:latin typeface="Arial" panose="020B0604020202020204" pitchFamily="34" charset="0"/>
                <a:cs typeface="Arial" panose="020B0604020202020204" pitchFamily="34" charset="0"/>
              </a:rPr>
              <a:t>Use Python to organize 50 test data and then create new  test reports</a:t>
            </a:r>
            <a:endParaRPr lang="vi-V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450" y="521970"/>
            <a:ext cx="6391910" cy="604329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370" y="792480"/>
            <a:ext cx="4846320" cy="4242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28320" y="212090"/>
            <a:ext cx="2042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chemeClr val="accent2"/>
                </a:solidFill>
              </a:rPr>
              <a:t>D</a:t>
            </a:r>
            <a:r>
              <a:rPr lang="vi-VN" b="1">
                <a:solidFill>
                  <a:schemeClr val="accent2"/>
                </a:solidFill>
              </a:rPr>
              <a:t>ay 2 2024/02/29</a:t>
            </a:r>
            <a:endParaRPr lang="vi-VN" b="1">
              <a:solidFill>
                <a:schemeClr val="accent2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28320" y="714375"/>
            <a:ext cx="8815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1. Learn Basic USB camera control, basic image recognition processing: RGB calculation, barcode decoding, basic OCR...</a:t>
            </a:r>
            <a:r>
              <a:rPr lang="vi-VN" altLang="en-US" b="1"/>
              <a:t> </a:t>
            </a:r>
            <a:endParaRPr lang="vi-VN" altLang="en-US" b="1"/>
          </a:p>
        </p:txBody>
      </p:sp>
      <p:sp>
        <p:nvSpPr>
          <p:cNvPr id="7" name="Text Box 6"/>
          <p:cNvSpPr txBox="1"/>
          <p:nvPr/>
        </p:nvSpPr>
        <p:spPr>
          <a:xfrm>
            <a:off x="631825" y="1612900"/>
            <a:ext cx="6601460" cy="1529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30000"/>
              </a:lnSpc>
            </a:pPr>
            <a:r>
              <a:rPr lang="vi-VN" altLang="en-US" b="1">
                <a:solidFill>
                  <a:srgbClr val="FF0000"/>
                </a:solidFill>
              </a:rPr>
              <a:t>LESSONS FOR DAY 2 NEED TO LEARN</a:t>
            </a:r>
            <a:endParaRPr lang="vi-VN" altLang="en-US"/>
          </a:p>
          <a:p>
            <a:pPr>
              <a:lnSpc>
                <a:spcPct val="130000"/>
              </a:lnSpc>
            </a:pP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1. Basic USB  camera control with Python code</a:t>
            </a: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2. Basic Image recognition processing with Python code </a:t>
            </a:r>
            <a:endParaRPr lang="vi-VN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631825" y="3707130"/>
            <a:ext cx="8815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 b="1"/>
              <a:t>2. Do homework</a:t>
            </a:r>
            <a:endParaRPr lang="vi-VN" altLang="en-US" b="1"/>
          </a:p>
        </p:txBody>
      </p:sp>
      <p:sp>
        <p:nvSpPr>
          <p:cNvPr id="9" name="Text Box 8"/>
          <p:cNvSpPr txBox="1"/>
          <p:nvPr/>
        </p:nvSpPr>
        <p:spPr>
          <a:xfrm>
            <a:off x="631825" y="4246245"/>
            <a:ext cx="779335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vi-VN" altLang="en-US"/>
              <a:t>1. Take pictures and archive them: file name rules - date and time. </a:t>
            </a:r>
            <a:endParaRPr lang="vi-VN" altLang="en-US"/>
          </a:p>
          <a:p>
            <a:pPr>
              <a:lnSpc>
                <a:spcPct val="130000"/>
              </a:lnSpc>
            </a:pPr>
            <a:r>
              <a:rPr lang="vi-VN" altLang="en-US"/>
              <a:t>2. Archiving of test results: file name rules-date and time. </a:t>
            </a:r>
            <a:endParaRPr lang="vi-VN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631825" y="5210810"/>
            <a:ext cx="746252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vi-VN" altLang="en-US">
                <a:solidFill>
                  <a:srgbClr val="FF0000"/>
                </a:solidFill>
              </a:rPr>
              <a:t>Target before 2024/03/04: </a:t>
            </a:r>
            <a:endParaRPr lang="vi-VN" altLang="en-US">
              <a:solidFill>
                <a:srgbClr val="FF0000"/>
              </a:solidFill>
            </a:endParaRPr>
          </a:p>
          <a:p>
            <a:r>
              <a:rPr lang="vi-VN" altLang="en-US">
                <a:solidFill>
                  <a:srgbClr val="FF0000"/>
                </a:solidFill>
              </a:rPr>
              <a:t>1. Complete lessons Basic USB camera control, basic image recognition processing </a:t>
            </a:r>
            <a:endParaRPr lang="vi-VN" altLang="en-US">
              <a:solidFill>
                <a:srgbClr val="FF0000"/>
              </a:solidFill>
            </a:endParaRPr>
          </a:p>
          <a:p>
            <a:r>
              <a:rPr lang="vi-VN" altLang="en-US">
                <a:solidFill>
                  <a:srgbClr val="FF0000"/>
                </a:solidFill>
              </a:rPr>
              <a:t>2. Done homework Day 2</a:t>
            </a:r>
            <a:endParaRPr lang="vi-V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1208</Words>
  <Application>WPS Presentation</Application>
  <PresentationFormat>宽屏</PresentationFormat>
  <Paragraphs>52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3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Verdana</vt:lpstr>
      <vt:lpstr>Arial Black</vt:lpstr>
      <vt:lpstr>Book Antiqua</vt:lpstr>
      <vt:lpstr>Bahnschrift SemiCondensed</vt:lpstr>
      <vt:lpstr>Bahnschrift Condensed</vt:lpstr>
      <vt:lpstr>Bahnschrift</vt:lpstr>
      <vt:lpstr>Bahnschrift SemiBold</vt:lpstr>
      <vt:lpstr>Yu Gothic UI Semibold</vt:lpstr>
      <vt:lpstr>Yu Gothic UI</vt:lpstr>
      <vt:lpstr>Arial monospaced for SAP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steven1_nguyen</dc:creator>
  <cp:lastModifiedBy>Linda1_Tran</cp:lastModifiedBy>
  <cp:revision>12</cp:revision>
  <dcterms:created xsi:type="dcterms:W3CDTF">2024-02-26T08:26:00Z</dcterms:created>
  <dcterms:modified xsi:type="dcterms:W3CDTF">2024-02-29T08:25:24Z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1033-11.8.2.8412</vt:lpwstr>
  </property>
</Properties>
</file>