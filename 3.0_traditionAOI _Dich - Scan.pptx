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11"/>
  </p:handoutMasterIdLst>
  <p:sldIdLst>
    <p:sldId id="681" r:id="rId3"/>
    <p:sldId id="682" r:id="rId4"/>
    <p:sldId id="659" r:id="rId5"/>
    <p:sldId id="677" r:id="rId6"/>
    <p:sldId id="662" r:id="rId7"/>
    <p:sldId id="660" r:id="rId8"/>
    <p:sldId id="661" r:id="rId9"/>
  </p:sldIdLst>
  <p:sldSz cx="9721850" cy="6121400"/>
  <p:notesSz cx="6858000" cy="9144000"/>
  <p:defaultTextStyle>
    <a:defPPr>
      <a:defRPr lang="zh-TW"/>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PMingLiU" panose="02020500000000000000" pitchFamily="18" charset="-120"/>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PMingLiU" panose="02020500000000000000" pitchFamily="18" charset="-120"/>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PMingLiU" panose="02020500000000000000" pitchFamily="18" charset="-120"/>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PMingLiU" panose="02020500000000000000"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18" d="100"/>
          <a:sy n="118" d="100"/>
        </p:scale>
        <p:origin x="-1194" y="-108"/>
      </p:cViewPr>
      <p:guideLst>
        <p:guide orient="horz" pos="2200"/>
        <p:guide pos="30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anose="020F0502020204030204" pitchFamily="34" charset="0"/>
                <a:ea typeface="PMingLiU" panose="02020500000000000000" pitchFamily="18" charset="-12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Calibri" panose="020F0502020204030204" pitchFamily="34" charset="0"/>
                <a:ea typeface="PMingLiU" panose="02020500000000000000" pitchFamily="18" charset="-12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Calibri" panose="020F0502020204030204" pitchFamily="34" charset="0"/>
                <a:ea typeface="PMingLiU" panose="02020500000000000000" pitchFamily="18" charset="-12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fontAlgn="base" hangingPunct="1"/>
            <a:fld id="{9A0DB2DC-4C9A-4742-B13C-FB6460FD3503}" type="slidenum">
              <a:rPr lang="zh-TW" altLang="en-US" sz="1200" strike="noStrike" noProof="1" dirty="0">
                <a:latin typeface="Calibri" panose="020F0502020204030204" pitchFamily="34" charset="0"/>
                <a:ea typeface="PMingLiU" panose="02020500000000000000" pitchFamily="18" charset="-120"/>
                <a:cs typeface="+mn-ea"/>
              </a:rPr>
            </a:fld>
            <a:endParaRPr lang="zh-TW" altLang="en-US" sz="1200" strike="noStrike" noProof="1"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anose="020F0502020204030204" pitchFamily="34" charset="0"/>
                <a:ea typeface="PMingLiU" panose="02020500000000000000" pitchFamily="18" charset="-12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panose="020F0502020204030204" pitchFamily="34" charset="0"/>
                <a:ea typeface="PMingLiU" panose="02020500000000000000" pitchFamily="18" charset="-12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4" name="投影片圖像版面配置區 3"/>
          <p:cNvSpPr>
            <a:spLocks noGrp="1" noRot="1" noChangeAspect="1"/>
          </p:cNvSpPr>
          <p:nvPr>
            <p:ph type="sldImg" idx="2"/>
          </p:nvPr>
        </p:nvSpPr>
        <p:spPr>
          <a:xfrm>
            <a:off x="706438" y="685800"/>
            <a:ext cx="5445125"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TW" altLang="en-US" sz="1200" b="0" i="0" u="none" strike="noStrike" kern="1200" cap="none" spc="0" normalizeH="0" baseline="0" noProof="0" smtClean="0">
                <a:ln>
                  <a:noFill/>
                </a:ln>
                <a:solidFill>
                  <a:schemeClr val="tx1"/>
                </a:solidFill>
                <a:effectLst/>
                <a:uLnTx/>
                <a:uFillTx/>
                <a:latin typeface="+mn-lt"/>
                <a:ea typeface="+mn-ea"/>
                <a:cs typeface="+mn-cs"/>
              </a:rPr>
              <a:t>按一下以編輯母片文字樣式</a:t>
            </a: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TW" altLang="en-US" sz="1200" b="0" i="0" u="none" strike="noStrike" kern="1200" cap="none" spc="0" normalizeH="0" baseline="0" noProof="0" smtClean="0">
                <a:ln>
                  <a:noFill/>
                </a:ln>
                <a:solidFill>
                  <a:schemeClr val="tx1"/>
                </a:solidFill>
                <a:effectLst/>
                <a:uLnTx/>
                <a:uFillTx/>
                <a:latin typeface="+mn-lt"/>
                <a:ea typeface="+mn-ea"/>
                <a:cs typeface="+mn-cs"/>
              </a:rPr>
              <a:t>第二層</a:t>
            </a: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TW" altLang="en-US" sz="1200" b="0" i="0" u="none" strike="noStrike" kern="1200" cap="none" spc="0" normalizeH="0" baseline="0" noProof="0" smtClean="0">
                <a:ln>
                  <a:noFill/>
                </a:ln>
                <a:solidFill>
                  <a:schemeClr val="tx1"/>
                </a:solidFill>
                <a:effectLst/>
                <a:uLnTx/>
                <a:uFillTx/>
                <a:latin typeface="+mn-lt"/>
                <a:ea typeface="+mn-ea"/>
                <a:cs typeface="+mn-cs"/>
              </a:rPr>
              <a:t>第三層</a:t>
            </a: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TW" altLang="en-US" sz="1200" b="0" i="0" u="none" strike="noStrike" kern="1200" cap="none" spc="0" normalizeH="0" baseline="0" noProof="0" smtClean="0">
                <a:ln>
                  <a:noFill/>
                </a:ln>
                <a:solidFill>
                  <a:schemeClr val="tx1"/>
                </a:solidFill>
                <a:effectLst/>
                <a:uLnTx/>
                <a:uFillTx/>
                <a:latin typeface="+mn-lt"/>
                <a:ea typeface="+mn-ea"/>
                <a:cs typeface="+mn-cs"/>
              </a:rPr>
              <a:t>第四層</a:t>
            </a: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TW" altLang="en-US" sz="1200" b="0" i="0" u="none" strike="noStrike" kern="1200" cap="none" spc="0" normalizeH="0" baseline="0" noProof="0" smtClean="0">
                <a:ln>
                  <a:noFill/>
                </a:ln>
                <a:solidFill>
                  <a:schemeClr val="tx1"/>
                </a:solidFill>
                <a:effectLst/>
                <a:uLnTx/>
                <a:uFillTx/>
                <a:latin typeface="+mn-lt"/>
                <a:ea typeface="+mn-ea"/>
                <a:cs typeface="+mn-cs"/>
              </a:rPr>
              <a:t>第五層</a:t>
            </a:r>
            <a:endParaRPr kumimoji="0" lang="zh-TW"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panose="020F0502020204030204" pitchFamily="34" charset="0"/>
                <a:ea typeface="PMingLiU" panose="02020500000000000000" pitchFamily="18" charset="-12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TW" altLang="en-US" sz="1200" b="0" i="0" u="none" strike="noStrike" kern="1200" cap="none" spc="0" normalizeH="0" baseline="0" noProof="0">
              <a:ln>
                <a:noFill/>
              </a:ln>
              <a:solidFill>
                <a:schemeClr val="tx1"/>
              </a:solidFill>
              <a:effectLst/>
              <a:uLnTx/>
              <a:uFillTx/>
              <a:latin typeface="Calibri" panose="020F0502020204030204" pitchFamily="34" charset="0"/>
              <a:ea typeface="PMingLiU" panose="02020500000000000000" pitchFamily="18" charset="-120"/>
              <a:cs typeface="+mn-cs"/>
            </a:endParaRPr>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fld id="{9A0DB2DC-4C9A-4742-B13C-FB6460FD3503}" type="slidenum">
              <a:rPr lang="zh-TW" altLang="en-US" sz="1200" strike="noStrike" noProof="1" dirty="0">
                <a:latin typeface="Calibri" panose="020F0502020204030204" pitchFamily="34" charset="0"/>
                <a:ea typeface="PMingLiU" panose="02020500000000000000" pitchFamily="18" charset="-120"/>
                <a:cs typeface="+mn-ea"/>
              </a:rPr>
            </a:fld>
            <a:endParaRPr lang="zh-TW"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PEGATRON">
    <p:bg>
      <p:bgPr>
        <a:solidFill>
          <a:schemeClr val="bg1"/>
        </a:solidFill>
        <a:effectLst/>
      </p:bgPr>
    </p:bg>
    <p:spTree>
      <p:nvGrpSpPr>
        <p:cNvPr id="1" name=""/>
        <p:cNvGrpSpPr/>
        <p:nvPr/>
      </p:nvGrpSpPr>
      <p:grpSpPr>
        <a:xfrm>
          <a:off x="0" y="0"/>
          <a:ext cx="0" cy="0"/>
          <a:chOff x="0" y="0"/>
          <a:chExt cx="0" cy="0"/>
        </a:xfrm>
      </p:grpSpPr>
      <p:pic>
        <p:nvPicPr>
          <p:cNvPr id="2050" name="圖片 15"/>
          <p:cNvPicPr>
            <a:picLocks noChangeAspect="1"/>
          </p:cNvPicPr>
          <p:nvPr userDrawn="1"/>
        </p:nvPicPr>
        <p:blipFill>
          <a:blip r:embed="rId2"/>
          <a:stretch>
            <a:fillRect/>
          </a:stretch>
        </p:blipFill>
        <p:spPr>
          <a:xfrm>
            <a:off x="3175" y="0"/>
            <a:ext cx="9715500" cy="6121400"/>
          </a:xfrm>
          <a:prstGeom prst="rect">
            <a:avLst/>
          </a:prstGeom>
          <a:noFill/>
          <a:ln w="9525">
            <a:noFill/>
          </a:ln>
        </p:spPr>
      </p:pic>
      <p:pic>
        <p:nvPicPr>
          <p:cNvPr id="2051" name="圖片 16"/>
          <p:cNvPicPr>
            <a:picLocks noChangeAspect="1"/>
          </p:cNvPicPr>
          <p:nvPr userDrawn="1"/>
        </p:nvPicPr>
        <p:blipFill>
          <a:blip r:embed="rId3"/>
          <a:stretch>
            <a:fillRect/>
          </a:stretch>
        </p:blipFill>
        <p:spPr>
          <a:xfrm>
            <a:off x="3175" y="0"/>
            <a:ext cx="9715500" cy="6121400"/>
          </a:xfrm>
          <a:prstGeom prst="rect">
            <a:avLst/>
          </a:prstGeom>
          <a:noFill/>
          <a:ln w="9525">
            <a:noFill/>
          </a:ln>
        </p:spPr>
      </p:pic>
      <p:sp>
        <p:nvSpPr>
          <p:cNvPr id="8" name="內容版面配置區 7"/>
          <p:cNvSpPr>
            <a:spLocks noGrp="1"/>
          </p:cNvSpPr>
          <p:nvPr>
            <p:ph sz="quarter" idx="11"/>
          </p:nvPr>
        </p:nvSpPr>
        <p:spPr>
          <a:xfrm>
            <a:off x="323850" y="324396"/>
            <a:ext cx="3457575" cy="50482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sz="2800">
                <a:latin typeface="Arial Unicode MS" panose="020B0604020202020204" pitchFamily="34" charset="-120"/>
                <a:ea typeface="Arial Unicode MS" panose="020B0604020202020204" pitchFamily="34" charset="-120"/>
                <a:cs typeface="Arial Unicode MS" panose="020B0604020202020204" pitchFamily="34" charset="-120"/>
              </a:defRPr>
            </a:lvl2pPr>
          </a:lstStyle>
          <a:p>
            <a:pPr lvl="0" fontAlgn="base"/>
            <a:r>
              <a:rPr lang="zh-TW" altLang="en-US" strike="noStrike" noProof="1" smtClean="0"/>
              <a:t>按一下以編輯母片文字樣式</a:t>
            </a:r>
            <a:endParaRPr lang="zh-TW" altLang="en-US" strike="noStrike" noProof="1" smtClean="0"/>
          </a:p>
        </p:txBody>
      </p:sp>
      <p:sp>
        <p:nvSpPr>
          <p:cNvPr id="10" name="內容版面配置區 9"/>
          <p:cNvSpPr>
            <a:spLocks noGrp="1"/>
          </p:cNvSpPr>
          <p:nvPr>
            <p:ph sz="quarter" idx="12"/>
          </p:nvPr>
        </p:nvSpPr>
        <p:spPr>
          <a:xfrm>
            <a:off x="323850" y="827782"/>
            <a:ext cx="4249738" cy="504825"/>
          </a:xfrm>
          <a:prstGeom prst="rect">
            <a:avLst/>
          </a:prstGeom>
        </p:spPr>
        <p:txBody>
          <a:bodyPr/>
          <a:lstStyle>
            <a:lvl1pPr marL="0" indent="0">
              <a:buNone/>
              <a:defRPr sz="1600" i="0">
                <a:solidFill>
                  <a:schemeClr val="accent1">
                    <a:lumMod val="75000"/>
                  </a:schemeClr>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sz="1600" i="1">
                <a:solidFill>
                  <a:schemeClr val="accent1">
                    <a:lumMod val="75000"/>
                  </a:schemeClr>
                </a:solidFill>
              </a:defRPr>
            </a:lvl2pPr>
            <a:lvl3pPr marL="914400" indent="0">
              <a:buNone/>
              <a:defRPr sz="1600" i="1">
                <a:solidFill>
                  <a:schemeClr val="accent1">
                    <a:lumMod val="75000"/>
                  </a:schemeClr>
                </a:solidFill>
              </a:defRPr>
            </a:lvl3pPr>
            <a:lvl4pPr marL="1371600" indent="0">
              <a:buNone/>
              <a:defRPr sz="1600" i="1">
                <a:solidFill>
                  <a:schemeClr val="accent1">
                    <a:lumMod val="75000"/>
                  </a:schemeClr>
                </a:solidFill>
              </a:defRPr>
            </a:lvl4pPr>
            <a:lvl5pPr marL="1828800" indent="0">
              <a:buNone/>
              <a:defRPr sz="1600" i="1">
                <a:solidFill>
                  <a:schemeClr val="accent1">
                    <a:lumMod val="75000"/>
                  </a:schemeClr>
                </a:solidFill>
              </a:defRPr>
            </a:lvl5pPr>
          </a:lstStyle>
          <a:p>
            <a:pPr lvl="0" fontAlgn="base"/>
            <a:r>
              <a:rPr lang="zh-TW" altLang="en-US" strike="noStrike" noProof="1" smtClean="0"/>
              <a:t>按一下以編輯母片文字樣式</a:t>
            </a:r>
            <a:endParaRPr lang="zh-TW" altLang="en-US" strike="noStrike" noProof="1" smtClean="0"/>
          </a:p>
        </p:txBody>
      </p:sp>
      <p:sp>
        <p:nvSpPr>
          <p:cNvPr id="12" name="內容版面配置區 11"/>
          <p:cNvSpPr>
            <a:spLocks noGrp="1"/>
          </p:cNvSpPr>
          <p:nvPr>
            <p:ph sz="quarter" idx="13"/>
          </p:nvPr>
        </p:nvSpPr>
        <p:spPr>
          <a:xfrm>
            <a:off x="323850" y="1332458"/>
            <a:ext cx="9001125" cy="4104506"/>
          </a:xfrm>
          <a:prstGeom prst="rect">
            <a:avLst/>
          </a:prstGeom>
        </p:spPr>
        <p:txBody>
          <a:bodyPr/>
          <a:lstStyle>
            <a:lvl1pPr marL="0" indent="0">
              <a:buNone/>
              <a:defRPr sz="1400" baseline="0">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fontAlgn="base"/>
            <a:r>
              <a:rPr lang="zh-TW" altLang="en-US" strike="noStrike" noProof="1" dirty="0" smtClean="0"/>
              <a:t>按一下以編輯母片文字樣式</a:t>
            </a:r>
            <a:endParaRPr lang="zh-TW" altLang="en-US" strike="noStrike" noProof="1" dirty="0" smtClean="0"/>
          </a:p>
        </p:txBody>
      </p:sp>
      <p:sp>
        <p:nvSpPr>
          <p:cNvPr id="18" name="投影片編號版面配置區 5"/>
          <p:cNvSpPr>
            <a:spLocks noGrp="1"/>
          </p:cNvSpPr>
          <p:nvPr>
            <p:ph type="sldNum" sz="quarter" idx="4"/>
          </p:nvPr>
        </p:nvSpPr>
        <p:spPr>
          <a:xfrm>
            <a:off x="7035800" y="5664200"/>
            <a:ext cx="2268538" cy="325438"/>
          </a:xfrm>
          <a:prstGeom prst="rect">
            <a:avLst/>
          </a:prstGeom>
        </p:spPr>
        <p:txBody>
          <a:bodyPr/>
          <a:p>
            <a:pPr lvl="0" algn="r" eaLnBrk="1" fontAlgn="base" hangingPunct="1"/>
            <a:fld id="{9A0DB2DC-4C9A-4742-B13C-FB6460FD3503}" type="slidenum">
              <a:rPr lang="zh-TW" altLang="en-US" sz="1200" strike="noStrike" noProof="1" dirty="0">
                <a:solidFill>
                  <a:srgbClr val="7F7F7F"/>
                </a:solidFill>
                <a:latin typeface="Calibri" panose="020F0502020204030204" pitchFamily="34" charset="0"/>
                <a:ea typeface="PMingLiU" panose="02020500000000000000" pitchFamily="18" charset="-120"/>
                <a:cs typeface="+mn-ea"/>
              </a:rPr>
            </a:fld>
            <a:endParaRPr lang="zh-TW" altLang="en-US" sz="1200" strike="noStrike" noProof="1" dirty="0">
              <a:solidFill>
                <a:srgbClr val="7F7F7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3_標題及物件">
    <p:bg>
      <p:bgPr>
        <a:solidFill>
          <a:schemeClr val="bg1"/>
        </a:solidFill>
        <a:effectLst/>
      </p:bgPr>
    </p:bg>
    <p:spTree>
      <p:nvGrpSpPr>
        <p:cNvPr id="1" name=""/>
        <p:cNvGrpSpPr/>
        <p:nvPr/>
      </p:nvGrpSpPr>
      <p:grpSpPr>
        <a:xfrm>
          <a:off x="0" y="0"/>
          <a:ext cx="0" cy="0"/>
          <a:chOff x="0" y="0"/>
          <a:chExt cx="0" cy="0"/>
        </a:xfrm>
      </p:grpSpPr>
      <p:pic>
        <p:nvPicPr>
          <p:cNvPr id="3074" name="圖片 15"/>
          <p:cNvPicPr>
            <a:picLocks noChangeAspect="1"/>
          </p:cNvPicPr>
          <p:nvPr userDrawn="1"/>
        </p:nvPicPr>
        <p:blipFill>
          <a:blip r:embed="rId2"/>
          <a:stretch>
            <a:fillRect/>
          </a:stretch>
        </p:blipFill>
        <p:spPr>
          <a:xfrm>
            <a:off x="3175" y="0"/>
            <a:ext cx="9715500" cy="6121400"/>
          </a:xfrm>
          <a:prstGeom prst="rect">
            <a:avLst/>
          </a:prstGeom>
          <a:noFill/>
          <a:ln w="9525">
            <a:noFill/>
          </a:ln>
        </p:spPr>
      </p:pic>
      <p:pic>
        <p:nvPicPr>
          <p:cNvPr id="3075" name="圖片 16"/>
          <p:cNvPicPr>
            <a:picLocks noChangeAspect="1"/>
          </p:cNvPicPr>
          <p:nvPr userDrawn="1"/>
        </p:nvPicPr>
        <p:blipFill>
          <a:blip r:embed="rId3"/>
          <a:stretch>
            <a:fillRect/>
          </a:stretch>
        </p:blipFill>
        <p:spPr>
          <a:xfrm>
            <a:off x="3175" y="0"/>
            <a:ext cx="9715500" cy="6121400"/>
          </a:xfrm>
          <a:prstGeom prst="rect">
            <a:avLst/>
          </a:prstGeom>
          <a:noFill/>
          <a:ln w="9525">
            <a:noFill/>
          </a:ln>
        </p:spPr>
      </p:pic>
      <p:sp>
        <p:nvSpPr>
          <p:cNvPr id="8" name="內容版面配置區 7"/>
          <p:cNvSpPr>
            <a:spLocks noGrp="1"/>
          </p:cNvSpPr>
          <p:nvPr>
            <p:ph sz="quarter" idx="11"/>
          </p:nvPr>
        </p:nvSpPr>
        <p:spPr>
          <a:xfrm>
            <a:off x="323850" y="324396"/>
            <a:ext cx="3457575" cy="50482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sz="2800">
                <a:latin typeface="Arial Unicode MS" panose="020B0604020202020204" pitchFamily="34" charset="-120"/>
                <a:ea typeface="Arial Unicode MS" panose="020B0604020202020204" pitchFamily="34" charset="-120"/>
                <a:cs typeface="Arial Unicode MS" panose="020B0604020202020204" pitchFamily="34" charset="-120"/>
              </a:defRPr>
            </a:lvl2pPr>
          </a:lstStyle>
          <a:p>
            <a:pPr lvl="0" fontAlgn="base"/>
            <a:r>
              <a:rPr lang="zh-TW" altLang="en-US" strike="noStrike" noProof="1" smtClean="0"/>
              <a:t>按一下以編輯母片文字樣式</a:t>
            </a:r>
            <a:endParaRPr lang="zh-TW" altLang="en-US" strike="noStrike" noProof="1" smtClean="0"/>
          </a:p>
        </p:txBody>
      </p:sp>
      <p:sp>
        <p:nvSpPr>
          <p:cNvPr id="10" name="內容版面配置區 9"/>
          <p:cNvSpPr>
            <a:spLocks noGrp="1"/>
          </p:cNvSpPr>
          <p:nvPr>
            <p:ph sz="quarter" idx="12"/>
          </p:nvPr>
        </p:nvSpPr>
        <p:spPr>
          <a:xfrm>
            <a:off x="323850" y="827782"/>
            <a:ext cx="4249738" cy="504825"/>
          </a:xfrm>
          <a:prstGeom prst="rect">
            <a:avLst/>
          </a:prstGeom>
        </p:spPr>
        <p:txBody>
          <a:bodyPr/>
          <a:lstStyle>
            <a:lvl1pPr marL="0" indent="0">
              <a:buNone/>
              <a:defRPr sz="1600" i="0">
                <a:solidFill>
                  <a:schemeClr val="accent1">
                    <a:lumMod val="75000"/>
                  </a:schemeClr>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sz="1600" i="1">
                <a:solidFill>
                  <a:schemeClr val="accent1">
                    <a:lumMod val="75000"/>
                  </a:schemeClr>
                </a:solidFill>
              </a:defRPr>
            </a:lvl2pPr>
            <a:lvl3pPr marL="914400" indent="0">
              <a:buNone/>
              <a:defRPr sz="1600" i="1">
                <a:solidFill>
                  <a:schemeClr val="accent1">
                    <a:lumMod val="75000"/>
                  </a:schemeClr>
                </a:solidFill>
              </a:defRPr>
            </a:lvl3pPr>
            <a:lvl4pPr marL="1371600" indent="0">
              <a:buNone/>
              <a:defRPr sz="1600" i="1">
                <a:solidFill>
                  <a:schemeClr val="accent1">
                    <a:lumMod val="75000"/>
                  </a:schemeClr>
                </a:solidFill>
              </a:defRPr>
            </a:lvl4pPr>
            <a:lvl5pPr marL="1828800" indent="0">
              <a:buNone/>
              <a:defRPr sz="1600" i="1">
                <a:solidFill>
                  <a:schemeClr val="accent1">
                    <a:lumMod val="75000"/>
                  </a:schemeClr>
                </a:solidFill>
              </a:defRPr>
            </a:lvl5pPr>
          </a:lstStyle>
          <a:p>
            <a:pPr lvl="0" fontAlgn="base"/>
            <a:r>
              <a:rPr lang="zh-TW" altLang="en-US" strike="noStrike" noProof="1" dirty="0" smtClean="0"/>
              <a:t>按一下以編輯母片文字樣式</a:t>
            </a:r>
            <a:endParaRPr lang="zh-TW" altLang="en-US" strike="noStrike" noProof="1" dirty="0" smtClean="0"/>
          </a:p>
        </p:txBody>
      </p:sp>
      <p:sp>
        <p:nvSpPr>
          <p:cNvPr id="12" name="內容版面配置區 11"/>
          <p:cNvSpPr>
            <a:spLocks noGrp="1"/>
          </p:cNvSpPr>
          <p:nvPr>
            <p:ph sz="quarter" idx="13"/>
          </p:nvPr>
        </p:nvSpPr>
        <p:spPr>
          <a:xfrm>
            <a:off x="323850" y="1332458"/>
            <a:ext cx="9001125" cy="4104506"/>
          </a:xfrm>
          <a:prstGeom prst="rect">
            <a:avLst/>
          </a:prstGeom>
        </p:spPr>
        <p:txBody>
          <a:bodyPr/>
          <a:lstStyle>
            <a:lvl1pPr marL="0" indent="0">
              <a:buNone/>
              <a:defRPr sz="1400" baseline="0">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fontAlgn="base"/>
            <a:r>
              <a:rPr lang="zh-TW" altLang="en-US" strike="noStrike" noProof="1" dirty="0" smtClean="0"/>
              <a:t>按一下以編輯母片文字樣式</a:t>
            </a:r>
            <a:endParaRPr lang="zh-TW" altLang="en-US" strike="noStrike" noProof="1" dirty="0" smtClean="0"/>
          </a:p>
        </p:txBody>
      </p:sp>
      <p:sp>
        <p:nvSpPr>
          <p:cNvPr id="18" name="投影片編號版面配置區 5"/>
          <p:cNvSpPr>
            <a:spLocks noGrp="1"/>
          </p:cNvSpPr>
          <p:nvPr>
            <p:ph type="sldNum" sz="quarter" idx="4"/>
          </p:nvPr>
        </p:nvSpPr>
        <p:spPr>
          <a:xfrm>
            <a:off x="7035800" y="5664200"/>
            <a:ext cx="2268538" cy="325438"/>
          </a:xfrm>
          <a:prstGeom prst="rect">
            <a:avLst/>
          </a:prstGeom>
        </p:spPr>
        <p:txBody>
          <a:bodyPr/>
          <a:p>
            <a:pPr lvl="0" algn="r" eaLnBrk="1" fontAlgn="base" hangingPunct="1"/>
            <a:fld id="{9A0DB2DC-4C9A-4742-B13C-FB6460FD3503}" type="slidenum">
              <a:rPr lang="zh-TW" altLang="en-US" sz="1200" strike="noStrike" noProof="1" dirty="0">
                <a:solidFill>
                  <a:srgbClr val="7F7F7F"/>
                </a:solidFill>
                <a:latin typeface="Calibri" panose="020F0502020204030204" pitchFamily="34" charset="0"/>
                <a:ea typeface="PMingLiU" panose="02020500000000000000" pitchFamily="18" charset="-120"/>
                <a:cs typeface="+mn-ea"/>
              </a:rPr>
            </a:fld>
            <a:endParaRPr lang="zh-TW" altLang="en-US" sz="1200" strike="noStrike" noProof="1" dirty="0">
              <a:solidFill>
                <a:srgbClr val="7F7F7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標題及物件">
    <p:bg>
      <p:bgPr>
        <a:solidFill>
          <a:schemeClr val="bg1"/>
        </a:solidFill>
        <a:effectLst/>
      </p:bgPr>
    </p:bg>
    <p:spTree>
      <p:nvGrpSpPr>
        <p:cNvPr id="1" name=""/>
        <p:cNvGrpSpPr/>
        <p:nvPr/>
      </p:nvGrpSpPr>
      <p:grpSpPr>
        <a:xfrm>
          <a:off x="0" y="0"/>
          <a:ext cx="0" cy="0"/>
          <a:chOff x="0" y="0"/>
          <a:chExt cx="0" cy="0"/>
        </a:xfrm>
      </p:grpSpPr>
      <p:pic>
        <p:nvPicPr>
          <p:cNvPr id="4098" name="圖片 15"/>
          <p:cNvPicPr>
            <a:picLocks noChangeAspect="1"/>
          </p:cNvPicPr>
          <p:nvPr userDrawn="1"/>
        </p:nvPicPr>
        <p:blipFill>
          <a:blip r:embed="rId2"/>
          <a:stretch>
            <a:fillRect/>
          </a:stretch>
        </p:blipFill>
        <p:spPr>
          <a:xfrm>
            <a:off x="3175" y="0"/>
            <a:ext cx="9715500" cy="6121400"/>
          </a:xfrm>
          <a:prstGeom prst="rect">
            <a:avLst/>
          </a:prstGeom>
          <a:noFill/>
          <a:ln w="9525">
            <a:noFill/>
          </a:ln>
        </p:spPr>
      </p:pic>
      <p:sp>
        <p:nvSpPr>
          <p:cNvPr id="8" name="內容版面配置區 7"/>
          <p:cNvSpPr>
            <a:spLocks noGrp="1"/>
          </p:cNvSpPr>
          <p:nvPr>
            <p:ph sz="quarter" idx="11"/>
          </p:nvPr>
        </p:nvSpPr>
        <p:spPr>
          <a:xfrm>
            <a:off x="323850" y="324396"/>
            <a:ext cx="3457575" cy="50482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3200">
                <a:latin typeface="Arial Unicode MS" panose="020B0604020202020204" pitchFamily="34" charset="-120"/>
                <a:ea typeface="Arial Unicode MS" panose="020B0604020202020204" pitchFamily="34" charset="-120"/>
                <a:cs typeface="Arial Unicode MS" panose="020B0604020202020204" pitchFamily="34" charset="-120"/>
              </a:defRPr>
            </a:lvl1pPr>
            <a:lvl2pPr>
              <a:defRPr>
                <a:latin typeface="Arial Unicode MS" panose="020B0604020202020204" pitchFamily="34" charset="-120"/>
                <a:ea typeface="Arial Unicode MS" panose="020B0604020202020204" pitchFamily="34" charset="-120"/>
                <a:cs typeface="Arial Unicode MS" panose="020B0604020202020204" pitchFamily="34" charset="-120"/>
              </a:defRPr>
            </a:lvl2pPr>
          </a:lstStyle>
          <a:p>
            <a:pPr lvl="0" fontAlgn="base"/>
            <a:r>
              <a:rPr lang="zh-TW" altLang="en-US" strike="noStrike" noProof="1" dirty="0" smtClean="0"/>
              <a:t>按一下以編輯母片文字樣式</a:t>
            </a:r>
            <a:endParaRPr lang="zh-TW" altLang="en-US" strike="noStrike" noProof="1" dirty="0" smtClean="0"/>
          </a:p>
          <a:p>
            <a:pPr lvl="1" fontAlgn="base"/>
            <a:r>
              <a:rPr lang="zh-TW" altLang="en-US" strike="noStrike" noProof="1" dirty="0" smtClean="0"/>
              <a:t>第二層</a:t>
            </a:r>
            <a:endParaRPr lang="zh-TW" altLang="en-US" strike="noStrike" noProof="1" dirty="0" smtClean="0"/>
          </a:p>
        </p:txBody>
      </p:sp>
      <p:sp>
        <p:nvSpPr>
          <p:cNvPr id="10" name="內容版面配置區 9"/>
          <p:cNvSpPr>
            <a:spLocks noGrp="1"/>
          </p:cNvSpPr>
          <p:nvPr>
            <p:ph sz="quarter" idx="12"/>
          </p:nvPr>
        </p:nvSpPr>
        <p:spPr>
          <a:xfrm>
            <a:off x="323850" y="827782"/>
            <a:ext cx="4249738" cy="504825"/>
          </a:xfrm>
          <a:prstGeom prst="rect">
            <a:avLst/>
          </a:prstGeom>
        </p:spPr>
        <p:txBody>
          <a:bodyPr/>
          <a:lstStyle>
            <a:lvl1pPr marL="0" indent="0">
              <a:buNone/>
              <a:defRPr sz="1600" i="1">
                <a:solidFill>
                  <a:schemeClr val="accent1">
                    <a:lumMod val="75000"/>
                  </a:schemeClr>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sz="1600" i="1">
                <a:solidFill>
                  <a:schemeClr val="accent1">
                    <a:lumMod val="75000"/>
                  </a:schemeClr>
                </a:solidFill>
              </a:defRPr>
            </a:lvl2pPr>
            <a:lvl3pPr marL="914400" indent="0">
              <a:buNone/>
              <a:defRPr sz="1600" i="1">
                <a:solidFill>
                  <a:schemeClr val="accent1">
                    <a:lumMod val="75000"/>
                  </a:schemeClr>
                </a:solidFill>
              </a:defRPr>
            </a:lvl3pPr>
            <a:lvl4pPr marL="1371600" indent="0">
              <a:buNone/>
              <a:defRPr sz="1600" i="1">
                <a:solidFill>
                  <a:schemeClr val="accent1">
                    <a:lumMod val="75000"/>
                  </a:schemeClr>
                </a:solidFill>
              </a:defRPr>
            </a:lvl4pPr>
            <a:lvl5pPr marL="1828800" indent="0">
              <a:buNone/>
              <a:defRPr sz="1600" i="1">
                <a:solidFill>
                  <a:schemeClr val="accent1">
                    <a:lumMod val="75000"/>
                  </a:schemeClr>
                </a:solidFill>
              </a:defRPr>
            </a:lvl5pPr>
          </a:lstStyle>
          <a:p>
            <a:pPr lvl="0" fontAlgn="base"/>
            <a:r>
              <a:rPr lang="zh-TW" altLang="en-US" strike="noStrike" noProof="1" dirty="0" smtClean="0"/>
              <a:t>按一下以編輯母片文字樣式</a:t>
            </a:r>
            <a:endParaRPr lang="zh-TW" altLang="en-US" strike="noStrike" noProof="1" dirty="0" smtClean="0"/>
          </a:p>
        </p:txBody>
      </p:sp>
      <p:sp>
        <p:nvSpPr>
          <p:cNvPr id="12" name="內容版面配置區 11"/>
          <p:cNvSpPr>
            <a:spLocks noGrp="1"/>
          </p:cNvSpPr>
          <p:nvPr>
            <p:ph sz="quarter" idx="13"/>
          </p:nvPr>
        </p:nvSpPr>
        <p:spPr>
          <a:xfrm>
            <a:off x="323850" y="1332458"/>
            <a:ext cx="9001125" cy="4104506"/>
          </a:xfrm>
          <a:prstGeom prst="rect">
            <a:avLst/>
          </a:prstGeom>
        </p:spPr>
        <p:txBody>
          <a:bodyPr/>
          <a:lstStyle>
            <a:lvl1pPr marL="0" indent="0">
              <a:buNone/>
              <a:defRPr sz="1400" baseline="0">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fontAlgn="base"/>
            <a:r>
              <a:rPr lang="zh-TW" altLang="en-US" strike="noStrike" noProof="1" dirty="0" smtClean="0"/>
              <a:t>按一下以編輯母片文字樣式</a:t>
            </a:r>
            <a:endParaRPr lang="zh-TW" altLang="en-US" strike="noStrike" noProof="1" dirty="0" smtClean="0"/>
          </a:p>
        </p:txBody>
      </p:sp>
      <p:sp>
        <p:nvSpPr>
          <p:cNvPr id="17" name="投影片編號版面配置區 5"/>
          <p:cNvSpPr>
            <a:spLocks noGrp="1"/>
          </p:cNvSpPr>
          <p:nvPr>
            <p:ph type="sldNum" sz="quarter" idx="4"/>
          </p:nvPr>
        </p:nvSpPr>
        <p:spPr>
          <a:xfrm>
            <a:off x="7035800" y="5664200"/>
            <a:ext cx="2268538" cy="325438"/>
          </a:xfrm>
          <a:prstGeom prst="rect">
            <a:avLst/>
          </a:prstGeom>
        </p:spPr>
        <p:txBody>
          <a:bodyPr/>
          <a:p>
            <a:pPr lvl="0" algn="r" eaLnBrk="1" fontAlgn="base" hangingPunct="1"/>
            <a:fld id="{9A0DB2DC-4C9A-4742-B13C-FB6460FD3503}" type="slidenum">
              <a:rPr lang="zh-TW" altLang="en-US" sz="1200" strike="noStrike" noProof="1" dirty="0">
                <a:solidFill>
                  <a:srgbClr val="7F7F7F"/>
                </a:solidFill>
                <a:latin typeface="Calibri" panose="020F0502020204030204" pitchFamily="34" charset="0"/>
                <a:ea typeface="PMingLiU" panose="02020500000000000000" pitchFamily="18" charset="-120"/>
                <a:cs typeface="+mn-ea"/>
              </a:rPr>
            </a:fld>
            <a:endParaRPr lang="zh-TW" altLang="en-US" sz="1200" strike="noStrike" noProof="1" dirty="0">
              <a:solidFill>
                <a:srgbClr val="7F7F7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只有標題">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486093" y="245140"/>
            <a:ext cx="8749665" cy="673070"/>
          </a:xfrm>
        </p:spPr>
        <p:txBody>
          <a:bodyPr/>
          <a:lstStyle>
            <a:lvl1pPr>
              <a:defRPr sz="2855">
                <a:latin typeface="+mn-lt"/>
              </a:defRPr>
            </a:lvl1pPr>
          </a:lstStyle>
          <a:p>
            <a:pPr fontAlgn="base"/>
            <a:r>
              <a:rPr lang="zh-TW" altLang="en-US" sz="2855" strike="noStrike" noProof="1" dirty="0" smtClean="0"/>
              <a:t>按一下以編輯母片標題樣式</a:t>
            </a:r>
            <a:endParaRPr lang="zh-TW" altLang="en-US" strike="noStrike" noProof="1" dirty="0"/>
          </a:p>
        </p:txBody>
      </p:sp>
      <p:sp>
        <p:nvSpPr>
          <p:cNvPr id="3" name="日期版面配置區 2"/>
          <p:cNvSpPr>
            <a:spLocks noGrp="1"/>
          </p:cNvSpPr>
          <p:nvPr>
            <p:ph type="dt" sz="half" idx="10"/>
          </p:nvPr>
        </p:nvSpPr>
        <p:spPr>
          <a:xfrm>
            <a:off x="485775" y="5673725"/>
            <a:ext cx="2268538" cy="325438"/>
          </a:xfrm>
        </p:spPr>
        <p:txBody>
          <a:bodyPr/>
          <a:lstStyle>
            <a:lvl1pPr marL="0" marR="0" indent="0" algn="l" defTabSz="914400" rtl="0" eaLnBrk="1" fontAlgn="base" latinLnBrk="0" hangingPunct="1">
              <a:lnSpc>
                <a:spcPct val="100000"/>
              </a:lnSpc>
              <a:spcBef>
                <a:spcPct val="0"/>
              </a:spcBef>
              <a:spcAft>
                <a:spcPct val="0"/>
              </a:spcAft>
              <a:buClrTx/>
              <a:buSzTx/>
              <a:buFontTx/>
              <a:buNone/>
              <a:defRPr/>
            </a:lvl1pPr>
          </a:lstStyle>
          <a:p>
            <a:pPr fontAlgn="base">
              <a:defRPr/>
            </a:pPr>
            <a:r>
              <a:rPr lang="en-US" altLang="zh-TW" strike="noStrike" noProof="1">
                <a:latin typeface="Calibri" panose="020F0502020204030204" pitchFamily="34" charset="0"/>
                <a:ea typeface="PMingLiU" panose="02020500000000000000" pitchFamily="18" charset="-120"/>
                <a:cs typeface="+mn-cs"/>
              </a:rPr>
              <a:t>PEGA Confidential.</a:t>
            </a:r>
            <a:endParaRPr lang="zh-TW" altLang="en-US" strike="noStrike" noProof="1" dirty="0"/>
          </a:p>
        </p:txBody>
      </p:sp>
      <p:sp>
        <p:nvSpPr>
          <p:cNvPr id="4" name="頁尾版面配置區 3"/>
          <p:cNvSpPr>
            <a:spLocks noGrp="1"/>
          </p:cNvSpPr>
          <p:nvPr>
            <p:ph type="ftr" sz="quarter" idx="11"/>
          </p:nvPr>
        </p:nvSpPr>
        <p:spPr>
          <a:xfrm>
            <a:off x="3321050" y="5673725"/>
            <a:ext cx="3079750" cy="325438"/>
          </a:xfrm>
        </p:spPr>
        <p:txBody>
          <a:bodyPr/>
          <a:lstStyle>
            <a:lvl1pPr>
              <a:defRPr/>
            </a:lvl1pPr>
          </a:lstStyle>
          <a:p>
            <a:pPr fontAlgn="base">
              <a:defRPr/>
            </a:pPr>
            <a:endParaRPr lang="en-US" altLang="zh-TW" strike="noStrike" noProof="1"/>
          </a:p>
        </p:txBody>
      </p:sp>
      <p:sp>
        <p:nvSpPr>
          <p:cNvPr id="5" name="投影片編號版面配置區 4"/>
          <p:cNvSpPr>
            <a:spLocks noGrp="1"/>
          </p:cNvSpPr>
          <p:nvPr>
            <p:ph type="sldNum" sz="quarter" idx="12"/>
          </p:nvPr>
        </p:nvSpPr>
        <p:spPr>
          <a:xfrm>
            <a:off x="7189788" y="5681663"/>
            <a:ext cx="2297113" cy="327025"/>
          </a:xfrm>
        </p:spPr>
        <p:txBody>
          <a:bodyPr/>
          <a:lstStyle>
            <a:lvl1pPr algn="r" rtl="0" fontAlgn="base">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stStyle>
          <a:p>
            <a:pPr fontAlgn="base">
              <a:defRPr/>
            </a:pPr>
            <a:fld id="{B79258BB-879F-438F-86C5-E44C5ECCA588}" type="slidenum">
              <a:rPr lang="en-US" altLang="zh-TW" sz="1430" strike="noStrike" noProof="1">
                <a:latin typeface="+mn-lt"/>
                <a:ea typeface="PMingLiU" panose="02020500000000000000" pitchFamily="18" charset="-120"/>
                <a:cs typeface="+mn-cs"/>
              </a:rPr>
            </a:fld>
            <a:endParaRPr 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ext Box 4"/>
          <p:cNvSpPr txBox="1"/>
          <p:nvPr/>
        </p:nvSpPr>
        <p:spPr>
          <a:xfrm>
            <a:off x="8093075" y="3708400"/>
            <a:ext cx="1009650" cy="304800"/>
          </a:xfrm>
          <a:prstGeom prst="rect">
            <a:avLst/>
          </a:prstGeom>
          <a:noFill/>
          <a:ln w="9525">
            <a:noFill/>
          </a:ln>
        </p:spPr>
        <p:txBody>
          <a:bodyPr wrap="none" lIns="104306" tIns="52153" rIns="104306" bIns="52153" anchor="t" anchorCtr="0">
            <a:spAutoFit/>
          </a:bodyPr>
          <a:p>
            <a:pPr lvl="0" algn="r"/>
            <a:r>
              <a:rPr lang="en-US" altLang="zh-TW" sz="1300" dirty="0">
                <a:solidFill>
                  <a:schemeClr val="bg1"/>
                </a:solidFill>
                <a:latin typeface="Myriad Pro Light" pitchFamily="34" charset="0"/>
                <a:ea typeface="文鼎新細黑" pitchFamily="49" charset="-120"/>
              </a:rPr>
              <a:t>2014.12.14</a:t>
            </a:r>
            <a:endParaRPr lang="en-US" altLang="zh-TW" sz="1300" dirty="0">
              <a:solidFill>
                <a:schemeClr val="bg1"/>
              </a:solidFill>
              <a:latin typeface="Myriad Pro Light" pitchFamily="34" charset="0"/>
              <a:ea typeface="文鼎新細黑" pitchFamily="49" charset="-120"/>
            </a:endParaRPr>
          </a:p>
        </p:txBody>
      </p:sp>
      <p:sp>
        <p:nvSpPr>
          <p:cNvPr id="9" name="Text Box 4"/>
          <p:cNvSpPr txBox="1">
            <a:spLocks noChangeArrowheads="1"/>
          </p:cNvSpPr>
          <p:nvPr/>
        </p:nvSpPr>
        <p:spPr bwMode="auto">
          <a:xfrm>
            <a:off x="5653088" y="3937000"/>
            <a:ext cx="34766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2800" b="0" i="0" u="none" strike="noStrike" kern="1200" cap="none" spc="0" normalizeH="0" baseline="0" noProof="0" dirty="0" smtClean="0">
                <a:ln>
                  <a:noFill/>
                </a:ln>
                <a:solidFill>
                  <a:srgbClr val="FFFFFF"/>
                </a:solidFill>
                <a:effectLst/>
                <a:uLnTx/>
                <a:uFillTx/>
                <a:latin typeface="Myriad Pro Light" pitchFamily="34" charset="0"/>
                <a:ea typeface="Microsoft JhengHei" panose="020B0604030504040204" pitchFamily="34" charset="-120"/>
                <a:cs typeface="+mn-cs"/>
              </a:rPr>
              <a:t>Project Name</a:t>
            </a:r>
            <a:endParaRPr kumimoji="0" lang="en-US" altLang="zh-TW" sz="2800" b="0" i="0" u="none" strike="noStrike" kern="1200" cap="none" spc="0" normalizeH="0" baseline="0" noProof="0" dirty="0" smtClean="0">
              <a:ln>
                <a:noFill/>
              </a:ln>
              <a:solidFill>
                <a:srgbClr val="FFFFFF"/>
              </a:solidFill>
              <a:effectLst/>
              <a:uLnTx/>
              <a:uFillTx/>
              <a:latin typeface="Myriad Pro Light" pitchFamily="34" charset="0"/>
              <a:ea typeface="Microsoft JhengHei" panose="020B0604030504040204" pitchFamily="34" charset="-120"/>
              <a:cs typeface="+mn-cs"/>
            </a:endParaRPr>
          </a:p>
        </p:txBody>
      </p:sp>
      <p:sp>
        <p:nvSpPr>
          <p:cNvPr id="10" name="Text Box 4"/>
          <p:cNvSpPr txBox="1">
            <a:spLocks noChangeArrowheads="1"/>
          </p:cNvSpPr>
          <p:nvPr/>
        </p:nvSpPr>
        <p:spPr bwMode="auto">
          <a:xfrm>
            <a:off x="7132638" y="4424363"/>
            <a:ext cx="19859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1400" b="0" i="0" u="none" strike="noStrike" kern="1200" cap="none" spc="0" normalizeH="0" baseline="0" noProof="0" smtClean="0">
                <a:ln>
                  <a:noFill/>
                </a:ln>
                <a:solidFill>
                  <a:srgbClr val="FFFFFF"/>
                </a:solidFill>
                <a:effectLst/>
                <a:uLnTx/>
                <a:uFillTx/>
                <a:latin typeface="Myriad Pro Light" pitchFamily="34" charset="0"/>
                <a:ea typeface="Microsoft JhengHei" panose="020B0604030504040204" pitchFamily="34" charset="-120"/>
                <a:cs typeface="+mn-cs"/>
              </a:rPr>
              <a:t>By Your Name</a:t>
            </a:r>
            <a:endParaRPr kumimoji="0" lang="en-US" altLang="zh-TW" sz="1400" b="0" i="0" u="none" strike="noStrike" kern="1200" cap="none" spc="0" normalizeH="0" baseline="0" noProof="0" smtClean="0">
              <a:ln>
                <a:noFill/>
              </a:ln>
              <a:solidFill>
                <a:srgbClr val="FFFFFF"/>
              </a:solidFill>
              <a:effectLst/>
              <a:uLnTx/>
              <a:uFillTx/>
              <a:latin typeface="Myriad Pro Light" pitchFamily="34" charset="0"/>
              <a:ea typeface="Microsoft JhengHei" panose="020B0604030504040204" pitchFamily="34" charset="-120"/>
              <a:cs typeface="+mn-cs"/>
            </a:endParaRPr>
          </a:p>
        </p:txBody>
      </p:sp>
      <p:sp>
        <p:nvSpPr>
          <p:cNvPr id="1029" name="Text Box 4"/>
          <p:cNvSpPr txBox="1"/>
          <p:nvPr/>
        </p:nvSpPr>
        <p:spPr>
          <a:xfrm>
            <a:off x="8104188" y="3721100"/>
            <a:ext cx="1009650" cy="304800"/>
          </a:xfrm>
          <a:prstGeom prst="rect">
            <a:avLst/>
          </a:prstGeom>
          <a:noFill/>
          <a:ln w="9525">
            <a:noFill/>
          </a:ln>
        </p:spPr>
        <p:txBody>
          <a:bodyPr wrap="none" lIns="104306" tIns="52153" rIns="104306" bIns="52153" anchor="t" anchorCtr="0">
            <a:spAutoFit/>
          </a:bodyPr>
          <a:p>
            <a:pPr lvl="0" algn="r"/>
            <a:r>
              <a:rPr lang="en-US" altLang="zh-TW" sz="1300" dirty="0">
                <a:solidFill>
                  <a:schemeClr val="bg1"/>
                </a:solidFill>
                <a:latin typeface="Myriad Pro Light" pitchFamily="34" charset="0"/>
                <a:ea typeface="文鼎新細黑" pitchFamily="49" charset="-120"/>
              </a:rPr>
              <a:t>2014.12.03</a:t>
            </a:r>
            <a:endParaRPr lang="en-US" altLang="zh-TW" sz="1300" dirty="0">
              <a:solidFill>
                <a:schemeClr val="bg1"/>
              </a:solidFill>
              <a:latin typeface="Myriad Pro Light" pitchFamily="34" charset="0"/>
              <a:ea typeface="文鼎新細黑" pitchFamily="49" charset="-120"/>
            </a:endParaRPr>
          </a:p>
        </p:txBody>
      </p:sp>
      <p:sp>
        <p:nvSpPr>
          <p:cNvPr id="11" name="Text Box 4"/>
          <p:cNvSpPr txBox="1">
            <a:spLocks noChangeArrowheads="1"/>
          </p:cNvSpPr>
          <p:nvPr/>
        </p:nvSpPr>
        <p:spPr bwMode="auto">
          <a:xfrm>
            <a:off x="6167438" y="3949700"/>
            <a:ext cx="29733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2800" b="0" i="0" u="none" strike="noStrike" kern="1200" cap="none" spc="0" normalizeH="0" baseline="0" noProof="0" dirty="0" smtClean="0">
                <a:ln>
                  <a:noFill/>
                </a:ln>
                <a:solidFill>
                  <a:srgbClr val="FFFFFF"/>
                </a:solidFill>
                <a:effectLst/>
                <a:uLnTx/>
                <a:uFillTx/>
                <a:latin typeface="Myriad Pro Light" pitchFamily="34" charset="0"/>
                <a:ea typeface="Microsoft JhengHei" panose="020B0604030504040204" pitchFamily="34" charset="-120"/>
                <a:cs typeface="+mn-cs"/>
              </a:rPr>
              <a:t>Project Name</a:t>
            </a:r>
            <a:endParaRPr kumimoji="0" lang="en-US" altLang="zh-TW" sz="2800" b="0" i="0" u="none" strike="noStrike" kern="1200" cap="none" spc="0" normalizeH="0" baseline="0" noProof="0" dirty="0" smtClean="0">
              <a:ln>
                <a:noFill/>
              </a:ln>
              <a:solidFill>
                <a:srgbClr val="FFFFFF"/>
              </a:solidFill>
              <a:effectLst/>
              <a:uLnTx/>
              <a:uFillTx/>
              <a:latin typeface="Myriad Pro Light" pitchFamily="34" charset="0"/>
              <a:ea typeface="Microsoft JhengHei" panose="020B0604030504040204" pitchFamily="34" charset="-120"/>
              <a:cs typeface="+mn-cs"/>
            </a:endParaRPr>
          </a:p>
        </p:txBody>
      </p:sp>
      <p:sp>
        <p:nvSpPr>
          <p:cNvPr id="12" name="Text Box 4"/>
          <p:cNvSpPr txBox="1">
            <a:spLocks noChangeArrowheads="1"/>
          </p:cNvSpPr>
          <p:nvPr/>
        </p:nvSpPr>
        <p:spPr bwMode="auto">
          <a:xfrm>
            <a:off x="7143750" y="4437063"/>
            <a:ext cx="19859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1400" b="0" i="0" u="none" strike="noStrike" kern="1200" cap="none" spc="0" normalizeH="0" baseline="0" noProof="0" smtClean="0">
                <a:ln>
                  <a:noFill/>
                </a:ln>
                <a:solidFill>
                  <a:srgbClr val="FFFFFF"/>
                </a:solidFill>
                <a:effectLst/>
                <a:uLnTx/>
                <a:uFillTx/>
                <a:latin typeface="Myriad Pro Light" pitchFamily="34" charset="0"/>
                <a:ea typeface="Microsoft JhengHei" panose="020B0604030504040204" pitchFamily="34" charset="-120"/>
                <a:cs typeface="+mn-cs"/>
              </a:rPr>
              <a:t>By Your Name</a:t>
            </a:r>
            <a:endParaRPr kumimoji="0" lang="en-US" altLang="zh-TW" sz="1400" b="0" i="0" u="none" strike="noStrike" kern="1200" cap="none" spc="0" normalizeH="0" baseline="0" noProof="0" smtClean="0">
              <a:ln>
                <a:noFill/>
              </a:ln>
              <a:solidFill>
                <a:srgbClr val="FFFFFF"/>
              </a:solidFill>
              <a:effectLst/>
              <a:uLnTx/>
              <a:uFillTx/>
              <a:latin typeface="Myriad Pro Light" pitchFamily="34" charset="0"/>
              <a:ea typeface="Microsoft JhengHei" panose="020B0604030504040204" pitchFamily="34" charset="-120"/>
              <a:cs typeface="+mn-cs"/>
            </a:endParaRPr>
          </a:p>
        </p:txBody>
      </p:sp>
      <p:pic>
        <p:nvPicPr>
          <p:cNvPr id="1032" name="圖片 1"/>
          <p:cNvPicPr>
            <a:picLocks noChangeAspect="1"/>
          </p:cNvPicPr>
          <p:nvPr userDrawn="1"/>
        </p:nvPicPr>
        <p:blipFill>
          <a:blip r:embed="rId5"/>
          <a:stretch>
            <a:fillRect/>
          </a:stretch>
        </p:blipFill>
        <p:spPr>
          <a:xfrm>
            <a:off x="3175" y="0"/>
            <a:ext cx="9715500" cy="6121400"/>
          </a:xfrm>
          <a:prstGeom prst="rect">
            <a:avLst/>
          </a:prstGeom>
          <a:noFill/>
          <a:ln w="9525">
            <a:noFill/>
          </a:ln>
        </p:spPr>
      </p:pic>
      <p:sp>
        <p:nvSpPr>
          <p:cNvPr id="1033" name="Text Box 4"/>
          <p:cNvSpPr txBox="1"/>
          <p:nvPr/>
        </p:nvSpPr>
        <p:spPr>
          <a:xfrm>
            <a:off x="8408988" y="4025900"/>
            <a:ext cx="1009650" cy="304800"/>
          </a:xfrm>
          <a:prstGeom prst="rect">
            <a:avLst/>
          </a:prstGeom>
          <a:noFill/>
          <a:ln w="9525">
            <a:noFill/>
          </a:ln>
        </p:spPr>
        <p:txBody>
          <a:bodyPr wrap="none" lIns="104306" tIns="52153" rIns="104306" bIns="52153" anchor="t" anchorCtr="0">
            <a:spAutoFit/>
          </a:bodyPr>
          <a:p>
            <a:pPr lvl="0" algn="r"/>
            <a:r>
              <a:rPr lang="en-US" altLang="zh-TW" sz="1300" dirty="0">
                <a:latin typeface="Myriad Pro Light" pitchFamily="34" charset="0"/>
                <a:ea typeface="文鼎新細黑" pitchFamily="49" charset="-120"/>
              </a:rPr>
              <a:t>2014.12.03</a:t>
            </a:r>
            <a:endParaRPr lang="en-US" altLang="zh-TW" sz="1300" dirty="0">
              <a:latin typeface="Myriad Pro Light" pitchFamily="34" charset="0"/>
              <a:ea typeface="文鼎新細黑" pitchFamily="49" charset="-120"/>
            </a:endParaRPr>
          </a:p>
        </p:txBody>
      </p:sp>
      <p:sp>
        <p:nvSpPr>
          <p:cNvPr id="14" name="Text Box 4"/>
          <p:cNvSpPr txBox="1">
            <a:spLocks noChangeArrowheads="1"/>
          </p:cNvSpPr>
          <p:nvPr/>
        </p:nvSpPr>
        <p:spPr bwMode="auto">
          <a:xfrm>
            <a:off x="6472238" y="4254500"/>
            <a:ext cx="29733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2800" b="0" i="0" u="none" strike="noStrike" kern="1200" cap="none" spc="0" normalizeH="0" baseline="0" noProof="0" smtClean="0">
                <a:ln>
                  <a:noFill/>
                </a:ln>
                <a:solidFill>
                  <a:schemeClr val="tx1"/>
                </a:solidFill>
                <a:effectLst/>
                <a:uLnTx/>
                <a:uFillTx/>
                <a:latin typeface="Myriad Pro Light" pitchFamily="34" charset="0"/>
                <a:ea typeface="Microsoft JhengHei" panose="020B0604030504040204" pitchFamily="34" charset="-120"/>
                <a:cs typeface="+mn-cs"/>
              </a:rPr>
              <a:t>Project Name</a:t>
            </a:r>
            <a:endParaRPr kumimoji="0" lang="en-US" altLang="zh-TW" sz="2800" b="0" i="0" u="none" strike="noStrike" kern="1200" cap="none" spc="0" normalizeH="0" baseline="0" noProof="0" smtClean="0">
              <a:ln>
                <a:noFill/>
              </a:ln>
              <a:solidFill>
                <a:schemeClr val="tx1"/>
              </a:solidFill>
              <a:effectLst/>
              <a:uLnTx/>
              <a:uFillTx/>
              <a:latin typeface="Myriad Pro Light" pitchFamily="34" charset="0"/>
              <a:ea typeface="Microsoft JhengHei" panose="020B0604030504040204" pitchFamily="34" charset="-120"/>
              <a:cs typeface="+mn-cs"/>
            </a:endParaRPr>
          </a:p>
        </p:txBody>
      </p:sp>
      <p:sp>
        <p:nvSpPr>
          <p:cNvPr id="15" name="Text Box 4"/>
          <p:cNvSpPr txBox="1">
            <a:spLocks noChangeArrowheads="1"/>
          </p:cNvSpPr>
          <p:nvPr/>
        </p:nvSpPr>
        <p:spPr bwMode="auto">
          <a:xfrm>
            <a:off x="7448550" y="4741863"/>
            <a:ext cx="19859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kumimoji="1">
                <a:solidFill>
                  <a:schemeClr val="tx1"/>
                </a:solidFill>
                <a:latin typeface="Calibri" panose="020F0502020204030204" pitchFamily="34" charset="0"/>
                <a:ea typeface="PMingLiU" panose="02020500000000000000" pitchFamily="18" charset="-120"/>
              </a:defRPr>
            </a:lvl1pPr>
            <a:lvl2pPr marL="742950" indent="-285750" eaLnBrk="0" hangingPunct="0">
              <a:defRPr kumimoji="1">
                <a:solidFill>
                  <a:schemeClr val="tx1"/>
                </a:solidFill>
                <a:latin typeface="Calibri" panose="020F0502020204030204" pitchFamily="34" charset="0"/>
                <a:ea typeface="PMingLiU" panose="02020500000000000000" pitchFamily="18" charset="-120"/>
              </a:defRPr>
            </a:lvl2pPr>
            <a:lvl3pPr marL="1143000" indent="-228600" eaLnBrk="0" hangingPunct="0">
              <a:defRPr kumimoji="1">
                <a:solidFill>
                  <a:schemeClr val="tx1"/>
                </a:solidFill>
                <a:latin typeface="Calibri" panose="020F0502020204030204" pitchFamily="34" charset="0"/>
                <a:ea typeface="PMingLiU" panose="02020500000000000000" pitchFamily="18" charset="-120"/>
              </a:defRPr>
            </a:lvl3pPr>
            <a:lvl4pPr marL="1600200" indent="-228600" eaLnBrk="0" hangingPunct="0">
              <a:defRPr kumimoji="1">
                <a:solidFill>
                  <a:schemeClr val="tx1"/>
                </a:solidFill>
                <a:latin typeface="Calibri" panose="020F0502020204030204" pitchFamily="34" charset="0"/>
                <a:ea typeface="PMingLiU" panose="02020500000000000000" pitchFamily="18" charset="-120"/>
              </a:defRPr>
            </a:lvl4pPr>
            <a:lvl5pPr marL="2057400" indent="-228600" eaLnBrk="0" hangingPunct="0">
              <a:defRPr kumimoji="1">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PMingLiU"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TW" sz="1400" b="0" i="0" u="none" strike="noStrike" kern="1200" cap="none" spc="0" normalizeH="0" baseline="0" noProof="0" smtClean="0">
                <a:ln>
                  <a:noFill/>
                </a:ln>
                <a:solidFill>
                  <a:schemeClr val="tx1"/>
                </a:solidFill>
                <a:effectLst/>
                <a:uLnTx/>
                <a:uFillTx/>
                <a:latin typeface="Myriad Pro Light" pitchFamily="34" charset="0"/>
                <a:ea typeface="Microsoft JhengHei" panose="020B0604030504040204" pitchFamily="34" charset="-120"/>
                <a:cs typeface="+mn-cs"/>
              </a:rPr>
              <a:t>By Your Name</a:t>
            </a:r>
            <a:endParaRPr kumimoji="0" lang="en-US" altLang="zh-TW" sz="1400" b="0" i="0" u="none" strike="noStrike" kern="1200" cap="none" spc="0" normalizeH="0" baseline="0" noProof="0" smtClean="0">
              <a:ln>
                <a:noFill/>
              </a:ln>
              <a:solidFill>
                <a:schemeClr val="tx1"/>
              </a:solidFill>
              <a:effectLst/>
              <a:uLnTx/>
              <a:uFillTx/>
              <a:latin typeface="Myriad Pro Light" pitchFamily="34" charset="0"/>
              <a:ea typeface="Microsoft JhengHei" panose="020B0604030504040204" pitchFamily="34" charset="-12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rtl="0" eaLnBrk="0" fontAlgn="base" hangingPunct="0">
        <a:spcBef>
          <a:spcPct val="0"/>
        </a:spcBef>
        <a:spcAft>
          <a:spcPct val="0"/>
        </a:spcAft>
        <a:defRPr sz="1600" kern="1200">
          <a:solidFill>
            <a:schemeClr val="tx1"/>
          </a:solidFill>
          <a:latin typeface="+mj-lt"/>
          <a:ea typeface="+mj-ea"/>
          <a:cs typeface="+mj-cs"/>
        </a:defRPr>
      </a:lvl1pPr>
      <a:lvl2pPr algn="ctr" rtl="0" eaLnBrk="0" fontAlgn="base" hangingPunct="0">
        <a:spcBef>
          <a:spcPct val="0"/>
        </a:spcBef>
        <a:spcAft>
          <a:spcPct val="0"/>
        </a:spcAft>
        <a:defRPr sz="1600">
          <a:solidFill>
            <a:schemeClr val="tx1"/>
          </a:solidFill>
          <a:latin typeface="Calibri" panose="020F0502020204030204" pitchFamily="34" charset="0"/>
          <a:ea typeface="PMingLiU" panose="02020500000000000000" pitchFamily="18" charset="-120"/>
        </a:defRPr>
      </a:lvl2pPr>
      <a:lvl3pPr algn="ctr" rtl="0" eaLnBrk="0" fontAlgn="base" hangingPunct="0">
        <a:spcBef>
          <a:spcPct val="0"/>
        </a:spcBef>
        <a:spcAft>
          <a:spcPct val="0"/>
        </a:spcAft>
        <a:defRPr sz="1600">
          <a:solidFill>
            <a:schemeClr val="tx1"/>
          </a:solidFill>
          <a:latin typeface="Calibri" panose="020F0502020204030204" pitchFamily="34" charset="0"/>
          <a:ea typeface="PMingLiU" panose="02020500000000000000" pitchFamily="18" charset="-120"/>
        </a:defRPr>
      </a:lvl3pPr>
      <a:lvl4pPr algn="ctr" rtl="0" eaLnBrk="0" fontAlgn="base" hangingPunct="0">
        <a:spcBef>
          <a:spcPct val="0"/>
        </a:spcBef>
        <a:spcAft>
          <a:spcPct val="0"/>
        </a:spcAft>
        <a:defRPr sz="1600">
          <a:solidFill>
            <a:schemeClr val="tx1"/>
          </a:solidFill>
          <a:latin typeface="Calibri" panose="020F0502020204030204" pitchFamily="34" charset="0"/>
          <a:ea typeface="PMingLiU" panose="02020500000000000000" pitchFamily="18" charset="-120"/>
        </a:defRPr>
      </a:lvl4pPr>
      <a:lvl5pPr algn="ctr" rtl="0" eaLnBrk="0" fontAlgn="base" hangingPunct="0">
        <a:spcBef>
          <a:spcPct val="0"/>
        </a:spcBef>
        <a:spcAft>
          <a:spcPct val="0"/>
        </a:spcAft>
        <a:defRPr sz="1600">
          <a:solidFill>
            <a:schemeClr val="tx1"/>
          </a:solidFill>
          <a:latin typeface="Calibri" panose="020F0502020204030204" pitchFamily="34" charset="0"/>
          <a:ea typeface="PMingLiU" panose="02020500000000000000" pitchFamily="18" charset="-120"/>
        </a:defRPr>
      </a:lvl5pPr>
      <a:lvl6pPr marL="457200" algn="ctr" rtl="0" fontAlgn="base">
        <a:spcBef>
          <a:spcPct val="0"/>
        </a:spcBef>
        <a:spcAft>
          <a:spcPct val="0"/>
        </a:spcAft>
        <a:defRPr sz="4400">
          <a:solidFill>
            <a:schemeClr val="tx1"/>
          </a:solidFill>
          <a:latin typeface="Calibri" panose="020F0502020204030204" pitchFamily="34" charset="0"/>
          <a:ea typeface="PMingLiU" panose="02020500000000000000" pitchFamily="18" charset="-120"/>
        </a:defRPr>
      </a:lvl6pPr>
      <a:lvl7pPr marL="914400" algn="ctr" rtl="0" fontAlgn="base">
        <a:spcBef>
          <a:spcPct val="0"/>
        </a:spcBef>
        <a:spcAft>
          <a:spcPct val="0"/>
        </a:spcAft>
        <a:defRPr sz="4400">
          <a:solidFill>
            <a:schemeClr val="tx1"/>
          </a:solidFill>
          <a:latin typeface="Calibri" panose="020F0502020204030204" pitchFamily="34" charset="0"/>
          <a:ea typeface="PMingLiU" panose="02020500000000000000" pitchFamily="18" charset="-120"/>
        </a:defRPr>
      </a:lvl7pPr>
      <a:lvl8pPr marL="1371600" algn="ctr" rtl="0" fontAlgn="base">
        <a:spcBef>
          <a:spcPct val="0"/>
        </a:spcBef>
        <a:spcAft>
          <a:spcPct val="0"/>
        </a:spcAft>
        <a:defRPr sz="4400">
          <a:solidFill>
            <a:schemeClr val="tx1"/>
          </a:solidFill>
          <a:latin typeface="Calibri" panose="020F0502020204030204" pitchFamily="34" charset="0"/>
          <a:ea typeface="PMingLiU" panose="02020500000000000000" pitchFamily="18" charset="-120"/>
        </a:defRPr>
      </a:lvl8pPr>
      <a:lvl9pPr marL="1828800" algn="ctr" rtl="0" fontAlgn="base">
        <a:spcBef>
          <a:spcPct val="0"/>
        </a:spcBef>
        <a:spcAft>
          <a:spcPct val="0"/>
        </a:spcAft>
        <a:defRPr sz="4400">
          <a:solidFill>
            <a:schemeClr val="tx1"/>
          </a:solidFill>
          <a:latin typeface="Calibri" panose="020F0502020204030204" pitchFamily="34" charset="0"/>
          <a:ea typeface="PMingLiU" panose="02020500000000000000" pitchFamily="18" charset="-12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hemeOverride" Target="../theme/themeOverride1.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hemeOverride" Target="../theme/themeOverride2.xml"/><Relationship Id="rId7" Type="http://schemas.openxmlformats.org/officeDocument/2006/relationships/image" Target="../media/image17.png"/><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0" Type="http://schemas.openxmlformats.org/officeDocument/2006/relationships/vmlDrawing" Target="../drawings/vmlDrawing2.v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3.xml"/><Relationship Id="rId2" Type="http://schemas.openxmlformats.org/officeDocument/2006/relationships/image" Target="../media/image19.pn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4.xml"/><Relationship Id="rId2" Type="http://schemas.openxmlformats.org/officeDocument/2006/relationships/image" Target="../media/image21.png"/><Relationship Id="rId1" Type="http://schemas.openxmlformats.org/officeDocument/2006/relationships/image" Target="../media/image20.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5.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內容版面配置區 1"/>
          <p:cNvSpPr>
            <a:spLocks noGrp="1"/>
          </p:cNvSpPr>
          <p:nvPr>
            <p:ph sz="quarter" idx="11"/>
          </p:nvPr>
        </p:nvSpPr>
        <p:spPr>
          <a:xfrm>
            <a:off x="323850" y="216535"/>
            <a:ext cx="3000375" cy="1360488"/>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24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測試程式</a:t>
            </a:r>
            <a:r>
              <a:rPr kumimoji="0" lang="en-US" altLang="zh-TW" sz="24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Setting</a:t>
            </a:r>
            <a:r>
              <a:rPr kumimoji="0" lang="zh-CN" altLang="en-US" sz="24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文檔</a:t>
            </a:r>
            <a:r>
              <a:rPr kumimoji="0" lang="zh-CN" altLang="en-US" sz="24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修改流程</a:t>
            </a:r>
            <a:r>
              <a:rPr kumimoji="0" lang="en-US" altLang="zh-CN" sz="24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(1)</a:t>
            </a:r>
            <a:endParaRPr kumimoji="0" lang="en-US" altLang="zh-CN" sz="24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vi-VN" altLang="zh-CN" sz="24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Quy trình sử đổi file Setting chương trình thử nghiệm</a:t>
            </a:r>
            <a:endParaRPr kumimoji="0" lang="vi-VN" altLang="zh-CN" sz="24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grpSp>
        <p:nvGrpSpPr>
          <p:cNvPr id="55299" name="群組 3"/>
          <p:cNvGrpSpPr/>
          <p:nvPr/>
        </p:nvGrpSpPr>
        <p:grpSpPr>
          <a:xfrm>
            <a:off x="2611055" y="361950"/>
            <a:ext cx="6689790" cy="5130800"/>
            <a:chOff x="4645" y="626"/>
            <a:chExt cx="8287" cy="6030"/>
          </a:xfrm>
        </p:grpSpPr>
        <p:pic>
          <p:nvPicPr>
            <p:cNvPr id="55300" name="圖片 4" descr="2021_02_22_08_34_57_C_Users_dazzling_li_Desktop_setting.cfg_Notepad_"/>
            <p:cNvPicPr>
              <a:picLocks noChangeAspect="1"/>
            </p:cNvPicPr>
            <p:nvPr/>
          </p:nvPicPr>
          <p:blipFill>
            <a:blip r:embed="rId1"/>
            <a:stretch>
              <a:fillRect/>
            </a:stretch>
          </p:blipFill>
          <p:spPr>
            <a:xfrm>
              <a:off x="6782" y="626"/>
              <a:ext cx="6150" cy="6030"/>
            </a:xfrm>
            <a:prstGeom prst="rect">
              <a:avLst/>
            </a:prstGeom>
            <a:noFill/>
            <a:ln w="9525">
              <a:noFill/>
            </a:ln>
          </p:spPr>
        </p:pic>
        <p:sp>
          <p:nvSpPr>
            <p:cNvPr id="7" name="圓角矩形 6"/>
            <p:cNvSpPr/>
            <p:nvPr/>
          </p:nvSpPr>
          <p:spPr>
            <a:xfrm>
              <a:off x="7387" y="2761"/>
              <a:ext cx="5355" cy="255"/>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p>
          </p:txBody>
        </p:sp>
        <p:sp>
          <p:nvSpPr>
            <p:cNvPr id="15" name="圓角矩形 14"/>
            <p:cNvSpPr/>
            <p:nvPr/>
          </p:nvSpPr>
          <p:spPr>
            <a:xfrm>
              <a:off x="7447" y="3016"/>
              <a:ext cx="5355" cy="255"/>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p>
          </p:txBody>
        </p:sp>
        <p:sp>
          <p:nvSpPr>
            <p:cNvPr id="16" name="圓角矩形 15"/>
            <p:cNvSpPr/>
            <p:nvPr/>
          </p:nvSpPr>
          <p:spPr>
            <a:xfrm>
              <a:off x="7387" y="3705"/>
              <a:ext cx="5415" cy="270"/>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p>
          </p:txBody>
        </p:sp>
        <p:sp>
          <p:nvSpPr>
            <p:cNvPr id="17" name="圓角矩形 16"/>
            <p:cNvSpPr/>
            <p:nvPr/>
          </p:nvSpPr>
          <p:spPr>
            <a:xfrm>
              <a:off x="7387" y="3975"/>
              <a:ext cx="5415" cy="270"/>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p>
          </p:txBody>
        </p:sp>
        <p:sp>
          <p:nvSpPr>
            <p:cNvPr id="18" name="圓角矩形 17"/>
            <p:cNvSpPr/>
            <p:nvPr/>
          </p:nvSpPr>
          <p:spPr>
            <a:xfrm>
              <a:off x="7446" y="3271"/>
              <a:ext cx="1440" cy="25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p>
          </p:txBody>
        </p:sp>
        <p:sp>
          <p:nvSpPr>
            <p:cNvPr id="20" name="圓角矩形圖說文字 19"/>
            <p:cNvSpPr/>
            <p:nvPr/>
          </p:nvSpPr>
          <p:spPr>
            <a:xfrm>
              <a:off x="4645" y="2656"/>
              <a:ext cx="2491" cy="1184"/>
            </a:xfrm>
            <a:prstGeom prst="wedgeRoundRectCallout">
              <a:avLst>
                <a:gd name="adj1" fmla="val 61315"/>
                <a:gd name="adj2" fmla="val 19640"/>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en-US" altLang="zh-TW"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1</a:t>
              </a:r>
              <a:r>
                <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：代表開啟本地儲存</a:t>
              </a:r>
              <a:endPar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Bật cho phép </a:t>
              </a:r>
              <a:r>
                <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lưu </a:t>
              </a:r>
              <a:endPar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fontAlgn="base"/>
              <a:r>
                <a:rPr lang="en-US" altLang="zh-TW"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0</a:t>
              </a:r>
              <a:r>
                <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：代表關閉本地儲存</a:t>
              </a:r>
              <a:endPar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Tắt cho phép lưu</a:t>
              </a:r>
              <a:endPar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1" name="圓角矩形圖說文字 20"/>
            <p:cNvSpPr/>
            <p:nvPr/>
          </p:nvSpPr>
          <p:spPr>
            <a:xfrm>
              <a:off x="8387" y="1600"/>
              <a:ext cx="2772" cy="870"/>
            </a:xfrm>
            <a:prstGeom prst="wedgeRoundRectCallout">
              <a:avLst>
                <a:gd name="adj1" fmla="val 23119"/>
                <a:gd name="adj2" fmla="val 79770"/>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en-US"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F</a:t>
              </a:r>
              <a:r>
                <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：代表你想講測試的結果儲存至本地那個磁片內</a:t>
              </a:r>
              <a:endParaRPr lang="zh-C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Đường dẫn lưu kết quả test</a:t>
              </a:r>
              <a:endParaRPr lang="vi-VN" altLang="en-US"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內容版面配置區 1"/>
          <p:cNvSpPr>
            <a:spLocks noGrp="1"/>
          </p:cNvSpPr>
          <p:nvPr>
            <p:ph sz="quarter" idx="11"/>
          </p:nvPr>
        </p:nvSpPr>
        <p:spPr>
          <a:xfrm>
            <a:off x="323850" y="323850"/>
            <a:ext cx="2973388" cy="122872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測試程式</a:t>
            </a:r>
            <a:r>
              <a:rPr kumimoji="0" lang="en-US" altLang="zh-TW"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Setting</a:t>
            </a:r>
            <a:r>
              <a:rPr kumimoji="0" lang="zh-CN" altLang="en-US" sz="28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文檔</a:t>
            </a:r>
            <a:r>
              <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修改流程</a:t>
            </a:r>
            <a:r>
              <a:rPr kumimoji="0" lang="en-US" altLang="zh-CN"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(2)</a:t>
            </a:r>
            <a:endParaRPr kumimoji="0" lang="zh-CN" altLang="en-US" sz="28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pic>
        <p:nvPicPr>
          <p:cNvPr id="56323" name="圖片 11" descr="2021_02_22_08_41_21_C_Users_dazzling_li_Desktop_setting.cfg_Notepad_"/>
          <p:cNvPicPr>
            <a:picLocks noChangeAspect="1"/>
          </p:cNvPicPr>
          <p:nvPr/>
        </p:nvPicPr>
        <p:blipFill>
          <a:blip r:embed="rId1"/>
          <a:stretch>
            <a:fillRect/>
          </a:stretch>
        </p:blipFill>
        <p:spPr>
          <a:xfrm>
            <a:off x="3297238" y="180340"/>
            <a:ext cx="5673725" cy="5292725"/>
          </a:xfrm>
          <a:prstGeom prst="rect">
            <a:avLst/>
          </a:prstGeom>
          <a:noFill/>
          <a:ln w="9525">
            <a:noFill/>
          </a:ln>
        </p:spPr>
      </p:pic>
      <p:sp>
        <p:nvSpPr>
          <p:cNvPr id="3" name="圓角矩形 2"/>
          <p:cNvSpPr/>
          <p:nvPr/>
        </p:nvSpPr>
        <p:spPr>
          <a:xfrm>
            <a:off x="3713163" y="1312545"/>
            <a:ext cx="1538288" cy="123825"/>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6" name="圓角矩形 5"/>
          <p:cNvSpPr/>
          <p:nvPr/>
        </p:nvSpPr>
        <p:spPr>
          <a:xfrm>
            <a:off x="3703638" y="1890395"/>
            <a:ext cx="1538288" cy="123825"/>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9" name="圓角矩形 8"/>
          <p:cNvSpPr/>
          <p:nvPr/>
        </p:nvSpPr>
        <p:spPr>
          <a:xfrm>
            <a:off x="3703638" y="3876358"/>
            <a:ext cx="2128838" cy="160338"/>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0" name="圓角矩形 9"/>
          <p:cNvSpPr/>
          <p:nvPr/>
        </p:nvSpPr>
        <p:spPr>
          <a:xfrm>
            <a:off x="3684588" y="4732655"/>
            <a:ext cx="1162050" cy="28257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9" name="圓角矩形 18"/>
          <p:cNvSpPr/>
          <p:nvPr/>
        </p:nvSpPr>
        <p:spPr>
          <a:xfrm>
            <a:off x="3713163" y="5157470"/>
            <a:ext cx="1473200" cy="13652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1" name="圓角矩形 10"/>
          <p:cNvSpPr/>
          <p:nvPr/>
        </p:nvSpPr>
        <p:spPr>
          <a:xfrm>
            <a:off x="3694113" y="2610485"/>
            <a:ext cx="3252788" cy="128588"/>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22" name="圓角矩形圖說文字 21"/>
          <p:cNvSpPr/>
          <p:nvPr/>
        </p:nvSpPr>
        <p:spPr>
          <a:xfrm>
            <a:off x="5457825" y="5015230"/>
            <a:ext cx="2063750" cy="457200"/>
          </a:xfrm>
          <a:prstGeom prst="wedgeRoundRectCallout">
            <a:avLst>
              <a:gd name="adj1" fmla="val -61200"/>
              <a:gd name="adj2" fmla="val 6146"/>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rPr>
              <a:t>報警燈端口調整</a:t>
            </a:r>
            <a:endPar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endParaRPr>
          </a:p>
          <a:p>
            <a:pPr algn="ctr" fontAlgn="base"/>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rPr>
              <a:t>Điều chỉnh cổng đèn báo động</a:t>
            </a:r>
            <a:endPar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endParaRPr>
          </a:p>
        </p:txBody>
      </p:sp>
      <p:sp>
        <p:nvSpPr>
          <p:cNvPr id="23" name="圓角矩形圖說文字 22"/>
          <p:cNvSpPr/>
          <p:nvPr/>
        </p:nvSpPr>
        <p:spPr>
          <a:xfrm>
            <a:off x="5116195" y="4454525"/>
            <a:ext cx="4167505" cy="476885"/>
          </a:xfrm>
          <a:prstGeom prst="wedgeRoundRectCallout">
            <a:avLst>
              <a:gd name="adj1" fmla="val -57187"/>
              <a:gd name="adj2" fmla="val 32397"/>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VID/PID </a:t>
            </a:r>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刷槍硬體參數</a:t>
            </a:r>
            <a:r>
              <a:rPr lang="zh-CN" altLang="en-US" sz="1000" strike="noStrike" noProof="1">
                <a:solidFill>
                  <a:srgbClr val="FF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（十進位轉換）</a:t>
            </a:r>
            <a:endParaRPr lang="zh-CN" altLang="en-US" sz="1000" strike="noStrike" noProof="1">
              <a:solidFill>
                <a:srgbClr val="FF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zh-CN" altLang="en-US" sz="1000" strike="noStrike" noProof="1">
                <a:solidFill>
                  <a:srgbClr val="FF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Thông số phần cứng súng chổi VID/PID (chuyển đổi thập phân)</a:t>
            </a:r>
            <a:endParaRPr lang="zh-CN" altLang="en-US" sz="1000" strike="noStrike" noProof="1">
              <a:solidFill>
                <a:srgbClr val="FF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4" name="圓角矩形圖說文字 23"/>
          <p:cNvSpPr/>
          <p:nvPr/>
        </p:nvSpPr>
        <p:spPr>
          <a:xfrm>
            <a:off x="6019800" y="4010025"/>
            <a:ext cx="3467735" cy="281940"/>
          </a:xfrm>
          <a:prstGeom prst="wedgeRoundRectCallout">
            <a:avLst>
              <a:gd name="adj1" fmla="val -56768"/>
              <a:gd name="adj2" fmla="val -61428"/>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根據需求修改回傳資料的</a:t>
            </a:r>
            <a:r>
              <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PASS</a:t>
            </a:r>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比例（比如：</a:t>
            </a:r>
            <a:r>
              <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1 ,0.1,0.01</a:t>
            </a:r>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endPar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5" name="圓角矩形圖說文字 24"/>
          <p:cNvSpPr/>
          <p:nvPr/>
        </p:nvSpPr>
        <p:spPr>
          <a:xfrm>
            <a:off x="7086600" y="2574925"/>
            <a:ext cx="1368425" cy="233363"/>
          </a:xfrm>
          <a:prstGeom prst="wedgeRoundRectCallout">
            <a:avLst>
              <a:gd name="adj1" fmla="val -56778"/>
              <a:gd name="adj2" fmla="val -5867"/>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F:</a:t>
            </a:r>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磁片儲存位置</a:t>
            </a:r>
            <a:endPar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6" name="圓角矩形圖說文字 25"/>
          <p:cNvSpPr/>
          <p:nvPr/>
        </p:nvSpPr>
        <p:spPr>
          <a:xfrm>
            <a:off x="5378450" y="1827213"/>
            <a:ext cx="1936750" cy="233363"/>
          </a:xfrm>
          <a:prstGeom prst="wedgeRoundRectCallout">
            <a:avLst>
              <a:gd name="adj1" fmla="val -56778"/>
              <a:gd name="adj2" fmla="val -5867"/>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rPr>
              <a:t>輸出穩定長期人員工號</a:t>
            </a:r>
            <a:endPar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sym typeface="+mn-ea"/>
            </a:endParaRPr>
          </a:p>
        </p:txBody>
      </p:sp>
      <p:sp>
        <p:nvSpPr>
          <p:cNvPr id="27" name="圓角矩形圖說文字 26"/>
          <p:cNvSpPr/>
          <p:nvPr/>
        </p:nvSpPr>
        <p:spPr>
          <a:xfrm>
            <a:off x="5510213" y="1238250"/>
            <a:ext cx="3448050" cy="234950"/>
          </a:xfrm>
          <a:prstGeom prst="wedgeRoundRectCallout">
            <a:avLst>
              <a:gd name="adj1" fmla="val -56778"/>
              <a:gd name="adj2" fmla="val -5867"/>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線體撥號輸入（可忽略不用輸入</a:t>
            </a:r>
            <a:r>
              <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r>
              <a:rPr lang="zh-CN" altLang="en-US"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程式開啟後自動顯示）</a:t>
            </a:r>
            <a:endParaRPr lang="en-US" altLang="zh-CN" sz="10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4" name="圓角矩形 3"/>
          <p:cNvSpPr/>
          <p:nvPr/>
        </p:nvSpPr>
        <p:spPr>
          <a:xfrm>
            <a:off x="3703638" y="3578225"/>
            <a:ext cx="2452688" cy="315913"/>
          </a:xfrm>
          <a:prstGeom prst="round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5" name="圓角矩形圖說文字 4"/>
          <p:cNvSpPr/>
          <p:nvPr/>
        </p:nvSpPr>
        <p:spPr>
          <a:xfrm>
            <a:off x="6370638" y="3575050"/>
            <a:ext cx="3116263" cy="233363"/>
          </a:xfrm>
          <a:prstGeom prst="wedgeRoundRectCallout">
            <a:avLst>
              <a:gd name="adj1" fmla="val -56778"/>
              <a:gd name="adj2" fmla="val -5867"/>
              <a:gd name="adj3" fmla="val 16667"/>
            </a:avLst>
          </a:prstGeom>
          <a:solidFill>
            <a:sysClr val="window" lastClr="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en-US" altLang="zh-CN"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1.</a:t>
            </a:r>
            <a:r>
              <a:rPr lang="zh-CN"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開啟上傳</a:t>
            </a:r>
            <a:r>
              <a:rPr lang="en-US" altLang="zh-CN"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Cambrian</a:t>
            </a:r>
            <a:r>
              <a:rPr lang="zh-CN" altLang="en-US"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平臺上傳功能</a:t>
            </a:r>
            <a:r>
              <a:rPr lang="en-US" altLang="zh-CN"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  0.</a:t>
            </a:r>
            <a:r>
              <a:rPr lang="zh-CN" altLang="en-US"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rPr>
              <a:t>是關閉</a:t>
            </a:r>
            <a:endParaRPr lang="zh-CN" altLang="en-US" sz="1000" strike="noStrike" noProof="1">
              <a:solidFill>
                <a:sysClr val="windowText" lastClr="000000"/>
              </a:solidFill>
              <a:latin typeface="Microsoft JhengHei" panose="020B0604030504040204" pitchFamily="34" charset="-120"/>
              <a:ea typeface="SimSun" panose="02010600030101010101" pitchFamily="2" charset="-122"/>
              <a:cs typeface="Microsoft JhengHei" panose="020B0604030504040204" pitchFamily="34" charset="-12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內容版面配置區 1"/>
          <p:cNvSpPr>
            <a:spLocks noGrp="1"/>
          </p:cNvSpPr>
          <p:nvPr>
            <p:ph sz="quarter" idx="11"/>
          </p:nvPr>
        </p:nvSpPr>
        <p:spPr>
          <a:xfrm>
            <a:off x="323850" y="323850"/>
            <a:ext cx="2466975" cy="60261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en-US">
                <a:latin typeface="Microsoft JhengHei" panose="020B0604030504040204" pitchFamily="34" charset="-120"/>
                <a:ea typeface="SimSun" panose="02010600030101010101" pitchFamily="2" charset="-122"/>
                <a:cs typeface="Microsoft JhengHei" panose="020B0604030504040204" pitchFamily="34" charset="-120"/>
                <a:sym typeface="+mn-ea"/>
              </a:rPr>
              <a:t>1900</a:t>
            </a:r>
            <a:r>
              <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刷槍設定</a:t>
            </a:r>
            <a:endPar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sp>
        <p:nvSpPr>
          <p:cNvPr id="4" name="內容版面配置區 1"/>
          <p:cNvSpPr>
            <a:spLocks noGrp="1"/>
          </p:cNvSpPr>
          <p:nvPr/>
        </p:nvSpPr>
        <p:spPr>
          <a:xfrm>
            <a:off x="612140" y="722630"/>
            <a:ext cx="7398385" cy="1018540"/>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準備</a:t>
            </a:r>
            <a:r>
              <a:rPr kumimoji="0" lang="en-US" altLang="zh-CN"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USB</a:t>
            </a: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介面刷槍及對應的刷槍解碼說明書（若沒有請聯繫廠商提供或自行網上尋找）</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例子</a:t>
            </a:r>
            <a:r>
              <a:rPr kumimoji="0" lang="en-US" altLang="zh-CN" sz="1200" b="0" i="0" u="none" strike="noStrike" kern="1200" cap="none" spc="0" normalizeH="0" baseline="0" noProof="1">
                <a:solidFill>
                  <a:srgbClr val="FF0000"/>
                </a:solidFill>
                <a:latin typeface="Microsoft JhengHei" panose="020B0604030504040204" pitchFamily="34" charset="-120"/>
                <a:ea typeface="SimSun" panose="02010600030101010101" pitchFamily="2" charset="-122"/>
                <a:cs typeface="Microsoft JhengHei" panose="020B0604030504040204" pitchFamily="34" charset="-120"/>
              </a:rPr>
              <a:t>Xenon 1900/1910</a:t>
            </a:r>
            <a:r>
              <a:rPr kumimoji="0" lang="zh-CN" altLang="en-US" sz="1200" b="0" i="0" u="none" strike="noStrike" kern="1200" cap="none" spc="0" normalizeH="0" baseline="0" noProof="1">
                <a:solidFill>
                  <a:srgbClr val="FF0000"/>
                </a:solidFill>
                <a:latin typeface="Microsoft JhengHei" panose="020B0604030504040204" pitchFamily="34" charset="-120"/>
                <a:ea typeface="SimSun" panose="02010600030101010101" pitchFamily="2" charset="-122"/>
                <a:cs typeface="Microsoft JhengHei" panose="020B0604030504040204" pitchFamily="34" charset="-120"/>
              </a:rPr>
              <a:t>刷槍</a:t>
            </a: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如下圖及附件：</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Chuẩn bị súng chải giao diện USB và hướng dẫn giải mã súng chổi tương ứng (nếu không có, vui lòng liên hệ với nhà sản xuất hoặc tự tìm kiếm trực tuyến)</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Một ví dụ về súng Xenon 1900/1910 như hình bên dưới và đính kèm:</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sp>
        <p:nvSpPr>
          <p:cNvPr id="12" name="向右箭號 11"/>
          <p:cNvSpPr/>
          <p:nvPr/>
        </p:nvSpPr>
        <p:spPr>
          <a:xfrm rot="5940000">
            <a:off x="2040414" y="2463959"/>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graphicFrame>
        <p:nvGraphicFramePr>
          <p:cNvPr id="3" name="物件 2">
            <a:hlinkClick r:id="" action="ppaction://ole?verb="/>
          </p:cNvPr>
          <p:cNvGraphicFramePr>
            <a:graphicFrameLocks noChangeAspect="1"/>
          </p:cNvGraphicFramePr>
          <p:nvPr/>
        </p:nvGraphicFramePr>
        <p:xfrm>
          <a:off x="7308850" y="468630"/>
          <a:ext cx="971550" cy="628650"/>
        </p:xfrm>
        <a:graphic>
          <a:graphicData uri="http://schemas.openxmlformats.org/presentationml/2006/ole">
            <mc:AlternateContent xmlns:mc="http://schemas.openxmlformats.org/markup-compatibility/2006">
              <mc:Choice xmlns:v="urn:schemas-microsoft-com:vml" Requires="v">
                <p:oleObj spid="_x0000_s1025" name="" showAsIcon="1" r:id="rId1" imgW="971550" imgH="628650" progId="Acrobat.Document.DC">
                  <p:embed/>
                </p:oleObj>
              </mc:Choice>
              <mc:Fallback>
                <p:oleObj name="" showAsIcon="1" r:id="rId1" imgW="971550" imgH="628650" progId="Acrobat.Document.DC">
                  <p:embed/>
                  <p:pic>
                    <p:nvPicPr>
                      <p:cNvPr id="0" name="圖片 1024"/>
                      <p:cNvPicPr/>
                      <p:nvPr/>
                    </p:nvPicPr>
                    <p:blipFill>
                      <a:blip r:embed="rId2"/>
                      <a:stretch>
                        <a:fillRect/>
                      </a:stretch>
                    </p:blipFill>
                    <p:spPr>
                      <a:xfrm>
                        <a:off x="7308850" y="468630"/>
                        <a:ext cx="971550" cy="628650"/>
                      </a:xfrm>
                      <a:prstGeom prst="rect">
                        <a:avLst/>
                      </a:prstGeom>
                    </p:spPr>
                  </p:pic>
                </p:oleObj>
              </mc:Fallback>
            </mc:AlternateContent>
          </a:graphicData>
        </a:graphic>
      </p:graphicFrame>
      <p:pic>
        <p:nvPicPr>
          <p:cNvPr id="7" name="圖片 6" descr="7"/>
          <p:cNvPicPr>
            <a:picLocks noChangeAspect="1"/>
          </p:cNvPicPr>
          <p:nvPr/>
        </p:nvPicPr>
        <p:blipFill>
          <a:blip r:embed="rId3"/>
          <a:stretch>
            <a:fillRect/>
          </a:stretch>
        </p:blipFill>
        <p:spPr>
          <a:xfrm>
            <a:off x="612140" y="1840865"/>
            <a:ext cx="2900045" cy="1172845"/>
          </a:xfrm>
          <a:prstGeom prst="rect">
            <a:avLst/>
          </a:prstGeom>
        </p:spPr>
      </p:pic>
      <p:pic>
        <p:nvPicPr>
          <p:cNvPr id="9" name="圖片 8" descr="8"/>
          <p:cNvPicPr>
            <a:picLocks noChangeAspect="1"/>
          </p:cNvPicPr>
          <p:nvPr/>
        </p:nvPicPr>
        <p:blipFill>
          <a:blip r:embed="rId4"/>
          <a:stretch>
            <a:fillRect/>
          </a:stretch>
        </p:blipFill>
        <p:spPr>
          <a:xfrm>
            <a:off x="734060" y="3829685"/>
            <a:ext cx="2915285" cy="1338580"/>
          </a:xfrm>
          <a:prstGeom prst="rect">
            <a:avLst/>
          </a:prstGeom>
        </p:spPr>
      </p:pic>
      <p:pic>
        <p:nvPicPr>
          <p:cNvPr id="10" name="圖片 9" descr="9"/>
          <p:cNvPicPr>
            <a:picLocks noChangeAspect="1"/>
          </p:cNvPicPr>
          <p:nvPr/>
        </p:nvPicPr>
        <p:blipFill>
          <a:blip r:embed="rId5"/>
          <a:stretch>
            <a:fillRect/>
          </a:stretch>
        </p:blipFill>
        <p:spPr>
          <a:xfrm>
            <a:off x="4068445" y="1951990"/>
            <a:ext cx="2832100" cy="1036955"/>
          </a:xfrm>
          <a:prstGeom prst="rect">
            <a:avLst/>
          </a:prstGeom>
        </p:spPr>
      </p:pic>
      <p:pic>
        <p:nvPicPr>
          <p:cNvPr id="11" name="圖片 10" descr="10"/>
          <p:cNvPicPr>
            <a:picLocks noChangeAspect="1"/>
          </p:cNvPicPr>
          <p:nvPr/>
        </p:nvPicPr>
        <p:blipFill>
          <a:blip r:embed="rId6"/>
          <a:stretch>
            <a:fillRect/>
          </a:stretch>
        </p:blipFill>
        <p:spPr>
          <a:xfrm>
            <a:off x="4108450" y="4110355"/>
            <a:ext cx="3081655" cy="1057910"/>
          </a:xfrm>
          <a:prstGeom prst="rect">
            <a:avLst/>
          </a:prstGeom>
        </p:spPr>
      </p:pic>
      <p:pic>
        <p:nvPicPr>
          <p:cNvPr id="13" name="圖片 12" descr="11"/>
          <p:cNvPicPr>
            <a:picLocks noChangeAspect="1"/>
          </p:cNvPicPr>
          <p:nvPr/>
        </p:nvPicPr>
        <p:blipFill>
          <a:blip r:embed="rId7"/>
          <a:stretch>
            <a:fillRect/>
          </a:stretch>
        </p:blipFill>
        <p:spPr>
          <a:xfrm>
            <a:off x="6877050" y="2988945"/>
            <a:ext cx="2516505" cy="722630"/>
          </a:xfrm>
          <a:prstGeom prst="rect">
            <a:avLst/>
          </a:prstGeom>
        </p:spPr>
      </p:pic>
      <p:sp>
        <p:nvSpPr>
          <p:cNvPr id="14" name="橢圓 13"/>
          <p:cNvSpPr/>
          <p:nvPr/>
        </p:nvSpPr>
        <p:spPr>
          <a:xfrm>
            <a:off x="9108758" y="262890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5</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5" name="橢圓 14"/>
          <p:cNvSpPr/>
          <p:nvPr/>
        </p:nvSpPr>
        <p:spPr>
          <a:xfrm>
            <a:off x="6228398" y="183642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3</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6" name="橢圓 15"/>
          <p:cNvSpPr/>
          <p:nvPr/>
        </p:nvSpPr>
        <p:spPr>
          <a:xfrm>
            <a:off x="2412048" y="183642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1</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7" name="橢圓 16"/>
          <p:cNvSpPr/>
          <p:nvPr/>
        </p:nvSpPr>
        <p:spPr>
          <a:xfrm>
            <a:off x="2658428" y="353314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2</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8" name="橢圓 17"/>
          <p:cNvSpPr/>
          <p:nvPr/>
        </p:nvSpPr>
        <p:spPr>
          <a:xfrm>
            <a:off x="5220653" y="378079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4</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5" name="向右箭號 4"/>
          <p:cNvSpPr/>
          <p:nvPr/>
        </p:nvSpPr>
        <p:spPr>
          <a:xfrm rot="5940000">
            <a:off x="3408839" y="1455579"/>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20" name="圓角矩形圖說文字 19"/>
          <p:cNvSpPr/>
          <p:nvPr/>
        </p:nvSpPr>
        <p:spPr>
          <a:xfrm>
            <a:off x="187960" y="2792730"/>
            <a:ext cx="2143760" cy="740410"/>
          </a:xfrm>
          <a:prstGeom prst="wedgeRoundRectCallout">
            <a:avLst>
              <a:gd name="adj1" fmla="val 45618"/>
              <a:gd name="adj2" fmla="val -62106"/>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Mã vạch sau sẽ cài đặt lại tất cả sản phẩm theo tiêu chuẩn mặc định</a:t>
            </a:r>
            <a:endParaRPr lang="vi-VN" altLang="zh-CN" sz="12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19" name="圓角矩形圖說文字 19"/>
          <p:cNvSpPr/>
          <p:nvPr/>
        </p:nvSpPr>
        <p:spPr>
          <a:xfrm>
            <a:off x="154305" y="4777105"/>
            <a:ext cx="2750820" cy="718185"/>
          </a:xfrm>
          <a:prstGeom prst="wedgeRoundRectCallout">
            <a:avLst>
              <a:gd name="adj1" fmla="val 45618"/>
              <a:gd name="adj2" fmla="val -62106"/>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Quét mã vạch bên dưới để lập trình máy quét mô phỏng cổng COM RS232. Nếu bạn đang sử dụng PC Microsoft® Windows®, bạn cần tải xuống trình điều khiển từ trang web Honeywell (www.honeywellaidc.com). Trình điều khiển sẽ sử dụng số cổng COM có sẵn tiếp theo. Máy tính Apple® Macintosh sẽ nhận dạng máy quét là thiết bị lớp USB CDC và tự động sử dụng trình điều khiển lớp.</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USB nối tiếp</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1" name="圓角矩形圖說文字 19"/>
          <p:cNvSpPr/>
          <p:nvPr/>
        </p:nvSpPr>
        <p:spPr>
          <a:xfrm>
            <a:off x="6358255" y="4712970"/>
            <a:ext cx="2750820" cy="718185"/>
          </a:xfrm>
          <a:prstGeom prst="wedgeRoundRectCallout">
            <a:avLst>
              <a:gd name="adj1" fmla="val -36057"/>
              <a:gd name="adj2" fmla="val -73784"/>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Nếu bạn muốn thêm ký tự dòng mới sau mã vạch, vui lòng quét mã vạch "Thêm hậu tố ký tự dòng mới". Để thêm ký tự neo sau mã vạch, vui lòng quét mã vạch "Thêm hậu tố ký tự neo". Ngược lại, nếu muốn bỏ hậu tố thì phải quét mã vạch “Remove suffix”.</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Thêm hậu tố ký tự dòng mới</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22" name="圓角矩形圖說文字 19"/>
          <p:cNvSpPr/>
          <p:nvPr/>
        </p:nvSpPr>
        <p:spPr>
          <a:xfrm>
            <a:off x="6900545" y="1503680"/>
            <a:ext cx="2750820" cy="718185"/>
          </a:xfrm>
          <a:prstGeom prst="wedgeRoundRectCallout">
            <a:avLst>
              <a:gd name="adj1" fmla="val -58541"/>
              <a:gd name="adj2" fmla="val 41158"/>
              <a:gd name="adj3" fmla="val 16667"/>
            </a:avLst>
          </a:prstGeom>
          <a:solidFill>
            <a:sysClr val="window" lastClr="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Truyền phát bài thuyết trình™™</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r>
              <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Khi bật chế độ "Trình bày trực tuyến", đèn quét của máy quét sẽ vẫn sáng và liên tục tìm kiếm mã vạch.</a:t>
            </a:r>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algn="ctr" fontAlgn="base"/>
            <a:endParaRPr lang="vi-VN" altLang="zh-CN" sz="600" strike="noStrike" noProof="1">
              <a:solidFill>
                <a:sysClr val="windowText" lastClr="000000"/>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9" name="圖片 18" descr="8"/>
          <p:cNvPicPr>
            <a:picLocks noChangeAspect="1"/>
          </p:cNvPicPr>
          <p:nvPr/>
        </p:nvPicPr>
        <p:blipFill>
          <a:blip r:embed="rId1"/>
          <a:stretch>
            <a:fillRect/>
          </a:stretch>
        </p:blipFill>
        <p:spPr>
          <a:xfrm>
            <a:off x="684530" y="3420745"/>
            <a:ext cx="3658235" cy="790575"/>
          </a:xfrm>
          <a:prstGeom prst="rect">
            <a:avLst/>
          </a:prstGeom>
        </p:spPr>
      </p:pic>
      <p:pic>
        <p:nvPicPr>
          <p:cNvPr id="6" name="圖片 5" descr="7"/>
          <p:cNvPicPr>
            <a:picLocks noChangeAspect="1"/>
          </p:cNvPicPr>
          <p:nvPr/>
        </p:nvPicPr>
        <p:blipFill>
          <a:blip r:embed="rId2"/>
          <a:stretch>
            <a:fillRect/>
          </a:stretch>
        </p:blipFill>
        <p:spPr>
          <a:xfrm>
            <a:off x="684530" y="2002155"/>
            <a:ext cx="3705860" cy="836295"/>
          </a:xfrm>
          <a:prstGeom prst="rect">
            <a:avLst/>
          </a:prstGeom>
        </p:spPr>
      </p:pic>
      <p:pic>
        <p:nvPicPr>
          <p:cNvPr id="20" name="圖片 19" descr="9"/>
          <p:cNvPicPr>
            <a:picLocks noChangeAspect="1"/>
          </p:cNvPicPr>
          <p:nvPr/>
        </p:nvPicPr>
        <p:blipFill>
          <a:blip r:embed="rId3"/>
          <a:stretch>
            <a:fillRect/>
          </a:stretch>
        </p:blipFill>
        <p:spPr>
          <a:xfrm>
            <a:off x="4716780" y="1980565"/>
            <a:ext cx="3300095" cy="838835"/>
          </a:xfrm>
          <a:prstGeom prst="rect">
            <a:avLst/>
          </a:prstGeom>
        </p:spPr>
      </p:pic>
      <p:pic>
        <p:nvPicPr>
          <p:cNvPr id="21" name="圖片 20" descr="10"/>
          <p:cNvPicPr>
            <a:picLocks noChangeAspect="1"/>
          </p:cNvPicPr>
          <p:nvPr/>
        </p:nvPicPr>
        <p:blipFill>
          <a:blip r:embed="rId4"/>
          <a:stretch>
            <a:fillRect/>
          </a:stretch>
        </p:blipFill>
        <p:spPr>
          <a:xfrm>
            <a:off x="4716780" y="3420745"/>
            <a:ext cx="3299460" cy="716280"/>
          </a:xfrm>
          <a:prstGeom prst="rect">
            <a:avLst/>
          </a:prstGeom>
        </p:spPr>
      </p:pic>
      <p:sp>
        <p:nvSpPr>
          <p:cNvPr id="2" name="內容版面配置區 1"/>
          <p:cNvSpPr>
            <a:spLocks noGrp="1"/>
          </p:cNvSpPr>
          <p:nvPr>
            <p:ph sz="quarter" idx="11"/>
          </p:nvPr>
        </p:nvSpPr>
        <p:spPr>
          <a:xfrm>
            <a:off x="244475" y="132715"/>
            <a:ext cx="9243060" cy="60261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en-US">
                <a:latin typeface="Microsoft JhengHei" panose="020B0604030504040204" pitchFamily="34" charset="-120"/>
                <a:ea typeface="SimSun" panose="02010600030101010101" pitchFamily="2" charset="-122"/>
                <a:cs typeface="Microsoft JhengHei" panose="020B0604030504040204" pitchFamily="34" charset="-120"/>
                <a:sym typeface="+mn-ea"/>
              </a:rPr>
              <a:t>DG4400/4430</a:t>
            </a:r>
            <a:r>
              <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刷槍設定 Cài đặt súng </a:t>
            </a:r>
            <a:endPar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sp>
        <p:nvSpPr>
          <p:cNvPr id="4" name="內容版面配置區 1"/>
          <p:cNvSpPr>
            <a:spLocks noGrp="1"/>
          </p:cNvSpPr>
          <p:nvPr/>
        </p:nvSpPr>
        <p:spPr>
          <a:xfrm>
            <a:off x="399415" y="699135"/>
            <a:ext cx="7031990" cy="75120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準備</a:t>
            </a:r>
            <a:r>
              <a:rPr kumimoji="0" lang="en-US" altLang="zh-CN"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USB</a:t>
            </a: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介面刷槍及對應的刷槍解碼說明書（若沒有請聯繫廠商提供或自行網上尋找）</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例子</a:t>
            </a:r>
            <a:r>
              <a:rPr lang="en-US" sz="1000">
                <a:latin typeface="Microsoft JhengHei" panose="020B0604030504040204" pitchFamily="34" charset="-120"/>
                <a:ea typeface="SimSun" panose="02010600030101010101" pitchFamily="2" charset="-122"/>
                <a:cs typeface="Microsoft JhengHei" panose="020B0604030504040204" pitchFamily="34" charset="-120"/>
                <a:sym typeface="+mn-ea"/>
              </a:rPr>
              <a:t>DG4400/4430</a:t>
            </a:r>
            <a:r>
              <a:rPr lang="zh-CN" altLang="en-US" sz="1000">
                <a:latin typeface="Microsoft JhengHei" panose="020B0604030504040204" pitchFamily="34" charset="-120"/>
                <a:ea typeface="Microsoft JhengHei" panose="020B0604030504040204" pitchFamily="34" charset="-120"/>
                <a:cs typeface="Microsoft JhengHei" panose="020B0604030504040204" pitchFamily="34" charset="-120"/>
                <a:sym typeface="+mn-ea"/>
              </a:rPr>
              <a:t>刷槍</a:t>
            </a: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如下圖及附件：</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Chuẩn bị súng chải giao diện USB và hướng dẫn giải mã súng chổi tương ứng (nếu không có, vui lòng liên hệ với nhà sản xuất hoặc tự tìm kiếm trực tuyến)</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Ví dụ về súng quét DG4400/4430 như hình bên dưới và các phụ kiện:</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sp>
        <p:nvSpPr>
          <p:cNvPr id="14" name="橢圓 13"/>
          <p:cNvSpPr/>
          <p:nvPr/>
        </p:nvSpPr>
        <p:spPr>
          <a:xfrm>
            <a:off x="4342448" y="425323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5</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5" name="橢圓 14"/>
          <p:cNvSpPr/>
          <p:nvPr/>
        </p:nvSpPr>
        <p:spPr>
          <a:xfrm>
            <a:off x="6243638" y="162052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3</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6" name="橢圓 15"/>
          <p:cNvSpPr/>
          <p:nvPr/>
        </p:nvSpPr>
        <p:spPr>
          <a:xfrm>
            <a:off x="2390458" y="166560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1</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7" name="橢圓 16"/>
          <p:cNvSpPr/>
          <p:nvPr/>
        </p:nvSpPr>
        <p:spPr>
          <a:xfrm>
            <a:off x="2339023" y="306133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2</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8" name="橢圓 17"/>
          <p:cNvSpPr/>
          <p:nvPr/>
        </p:nvSpPr>
        <p:spPr>
          <a:xfrm>
            <a:off x="6228398" y="317309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4</a:t>
            </a:r>
            <a:endParaRPr lang="en-US" altLang="zh-TW" sz="1600" strike="noStrike" noProof="1">
              <a:latin typeface="Microsoft JhengHei" panose="020B0604030504040204" pitchFamily="34" charset="-120"/>
              <a:ea typeface="Microsoft JhengHei" panose="020B0604030504040204" pitchFamily="34" charset="-120"/>
            </a:endParaRPr>
          </a:p>
        </p:txBody>
      </p:sp>
      <p:graphicFrame>
        <p:nvGraphicFramePr>
          <p:cNvPr id="5" name="物件 4">
            <a:hlinkClick r:id="" action="ppaction://ole?verb="/>
          </p:cNvPr>
          <p:cNvGraphicFramePr>
            <a:graphicFrameLocks noChangeAspect="1"/>
          </p:cNvGraphicFramePr>
          <p:nvPr/>
        </p:nvGraphicFramePr>
        <p:xfrm>
          <a:off x="7813040" y="540385"/>
          <a:ext cx="971550" cy="628650"/>
        </p:xfrm>
        <a:graphic>
          <a:graphicData uri="http://schemas.openxmlformats.org/presentationml/2006/ole">
            <mc:AlternateContent xmlns:mc="http://schemas.openxmlformats.org/markup-compatibility/2006">
              <mc:Choice xmlns:v="urn:schemas-microsoft-com:vml" Requires="v">
                <p:oleObj spid="_x0000_s1026" name="" showAsIcon="1" r:id="rId5" imgW="971550" imgH="628650" progId="Acrobat.Document.DC">
                  <p:embed/>
                </p:oleObj>
              </mc:Choice>
              <mc:Fallback>
                <p:oleObj name="" showAsIcon="1" r:id="rId5" imgW="971550" imgH="628650" progId="Acrobat.Document.DC">
                  <p:embed/>
                  <p:pic>
                    <p:nvPicPr>
                      <p:cNvPr id="0" name="圖片 1025"/>
                      <p:cNvPicPr/>
                      <p:nvPr/>
                    </p:nvPicPr>
                    <p:blipFill>
                      <a:blip r:embed="rId6"/>
                      <a:stretch>
                        <a:fillRect/>
                      </a:stretch>
                    </p:blipFill>
                    <p:spPr>
                      <a:xfrm>
                        <a:off x="7813040" y="540385"/>
                        <a:ext cx="971550" cy="628650"/>
                      </a:xfrm>
                      <a:prstGeom prst="rect">
                        <a:avLst/>
                      </a:prstGeom>
                    </p:spPr>
                  </p:pic>
                </p:oleObj>
              </mc:Fallback>
            </mc:AlternateContent>
          </a:graphicData>
        </a:graphic>
      </p:graphicFrame>
      <p:pic>
        <p:nvPicPr>
          <p:cNvPr id="22" name="圖片 21" descr="11"/>
          <p:cNvPicPr>
            <a:picLocks noChangeAspect="1"/>
          </p:cNvPicPr>
          <p:nvPr/>
        </p:nvPicPr>
        <p:blipFill>
          <a:blip r:embed="rId7"/>
          <a:stretch>
            <a:fillRect/>
          </a:stretch>
        </p:blipFill>
        <p:spPr>
          <a:xfrm>
            <a:off x="2636520" y="4573270"/>
            <a:ext cx="3484245" cy="911225"/>
          </a:xfrm>
          <a:prstGeom prst="rect">
            <a:avLst/>
          </a:prstGeom>
        </p:spPr>
      </p:pic>
      <p:sp>
        <p:nvSpPr>
          <p:cNvPr id="23" name="向右箭號 22"/>
          <p:cNvSpPr/>
          <p:nvPr/>
        </p:nvSpPr>
        <p:spPr>
          <a:xfrm rot="5940000">
            <a:off x="3291364" y="1716564"/>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內容版面配置區 1"/>
          <p:cNvSpPr>
            <a:spLocks noGrp="1"/>
          </p:cNvSpPr>
          <p:nvPr>
            <p:ph sz="quarter" idx="11"/>
          </p:nvPr>
        </p:nvSpPr>
        <p:spPr>
          <a:xfrm>
            <a:off x="369570" y="96520"/>
            <a:ext cx="7223760" cy="60261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zh-CN" altLang="en-US" sz="2000">
                <a:latin typeface="Microsoft JhengHei" panose="020B0604030504040204" pitchFamily="34" charset="-120"/>
                <a:ea typeface="SimSun" panose="02010600030101010101" pitchFamily="2" charset="-122"/>
                <a:cs typeface="Microsoft JhengHei" panose="020B0604030504040204" pitchFamily="34" charset="-120"/>
                <a:sym typeface="+mn-ea"/>
              </a:rPr>
              <a:t>測試程式</a:t>
            </a:r>
            <a:r>
              <a:rPr lang="en-US" altLang="zh-TW" sz="2000">
                <a:latin typeface="Microsoft JhengHei" panose="020B0604030504040204" pitchFamily="34" charset="-120"/>
                <a:ea typeface="Microsoft JhengHei" panose="020B0604030504040204" pitchFamily="34" charset="-120"/>
                <a:cs typeface="Microsoft JhengHei" panose="020B0604030504040204" pitchFamily="34" charset="-120"/>
                <a:sym typeface="+mn-ea"/>
              </a:rPr>
              <a:t>Setting</a:t>
            </a:r>
            <a:r>
              <a:rPr lang="zh-CN" altLang="en-US" sz="2000">
                <a:latin typeface="Microsoft JhengHei" panose="020B0604030504040204" pitchFamily="34" charset="-120"/>
                <a:ea typeface="SimSun" panose="02010600030101010101" pitchFamily="2" charset="-122"/>
                <a:cs typeface="Microsoft JhengHei" panose="020B0604030504040204" pitchFamily="34" charset="-120"/>
                <a:sym typeface="+mn-ea"/>
              </a:rPr>
              <a:t>文檔</a:t>
            </a:r>
            <a:r>
              <a:rPr kumimoji="0" lang="zh-CN" altLang="en-US" sz="2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刷槍設定</a:t>
            </a:r>
            <a:r>
              <a:rPr lang="en-US" altLang="zh-CN" sz="2000">
                <a:latin typeface="Microsoft JhengHei" panose="020B0604030504040204" pitchFamily="34" charset="-120"/>
                <a:ea typeface="Microsoft JhengHei" panose="020B0604030504040204" pitchFamily="34" charset="-120"/>
                <a:cs typeface="Microsoft JhengHei" panose="020B0604030504040204" pitchFamily="34" charset="-120"/>
                <a:sym typeface="+mn-ea"/>
              </a:rPr>
              <a:t>(1) </a:t>
            </a:r>
            <a:endParaRPr lang="en-US" altLang="zh-CN" sz="2000">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en-US" altLang="zh-CN" sz="2000">
                <a:latin typeface="Microsoft JhengHei" panose="020B0604030504040204" pitchFamily="34" charset="-120"/>
                <a:ea typeface="Microsoft JhengHei" panose="020B0604030504040204" pitchFamily="34" charset="-120"/>
                <a:cs typeface="Microsoft JhengHei" panose="020B0604030504040204" pitchFamily="34" charset="-120"/>
                <a:sym typeface="+mn-ea"/>
              </a:rPr>
              <a:t>Chương trình kiểm tra Cài đặt tài liệu cài đặt súng chổi (1)</a:t>
            </a:r>
            <a:endParaRPr lang="en-US" altLang="zh-CN" sz="2000">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pic>
        <p:nvPicPr>
          <p:cNvPr id="3" name="圖片 2" descr="1"/>
          <p:cNvPicPr>
            <a:picLocks noChangeAspect="1"/>
          </p:cNvPicPr>
          <p:nvPr/>
        </p:nvPicPr>
        <p:blipFill>
          <a:blip r:embed="rId1"/>
          <a:srcRect/>
          <a:stretch>
            <a:fillRect/>
          </a:stretch>
        </p:blipFill>
        <p:spPr>
          <a:xfrm>
            <a:off x="612140" y="2037715"/>
            <a:ext cx="2820670" cy="3252470"/>
          </a:xfrm>
          <a:prstGeom prst="rect">
            <a:avLst/>
          </a:prstGeom>
        </p:spPr>
      </p:pic>
      <p:sp>
        <p:nvSpPr>
          <p:cNvPr id="4" name="內容版面配置區 1"/>
          <p:cNvSpPr>
            <a:spLocks noGrp="1"/>
          </p:cNvSpPr>
          <p:nvPr/>
        </p:nvSpPr>
        <p:spPr>
          <a:xfrm>
            <a:off x="369570" y="783590"/>
            <a:ext cx="4536440" cy="89852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右擊我的電腦選擇設備管理器</a:t>
            </a:r>
            <a:endParaRPr kumimoji="0" lang="zh-CN" altLang="en-US"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點擊端口（</a:t>
            </a:r>
            <a:r>
              <a:rPr kumimoji="0" lang="en-US" altLang="zh-CN"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COM</a:t>
            </a:r>
            <a:r>
              <a:rPr kumimoji="0" lang="zh-CN" altLang="en-US"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和</a:t>
            </a:r>
            <a:r>
              <a:rPr kumimoji="0" lang="en-US" altLang="zh-CN" sz="10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LPT</a:t>
            </a: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）選項打開找到刷槍的</a:t>
            </a:r>
            <a:r>
              <a:rPr kumimoji="0" lang="en-US" altLang="zh-CN"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COM</a:t>
            </a: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口雙擊進入下圖：</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Nhấp chuột phải vào Máy tính của tôi và chọn Trình quản lý thiết bị</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Nhấp vào tùy chọn Cổng (COM và LPT) để mở cổng COM được tìm thấy trên súng chổi và nhấp đúp để nhập hình ảnh sau:</a:t>
            </a:r>
            <a:endParaRPr kumimoji="0" lang="zh-CN" altLang="en-US" sz="10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pic>
        <p:nvPicPr>
          <p:cNvPr id="5" name="圖片 4" descr="2"/>
          <p:cNvPicPr>
            <a:picLocks noChangeAspect="1"/>
          </p:cNvPicPr>
          <p:nvPr/>
        </p:nvPicPr>
        <p:blipFill>
          <a:blip r:embed="rId2"/>
          <a:stretch>
            <a:fillRect/>
          </a:stretch>
        </p:blipFill>
        <p:spPr>
          <a:xfrm>
            <a:off x="5005070" y="2037715"/>
            <a:ext cx="3176270" cy="3355340"/>
          </a:xfrm>
          <a:prstGeom prst="rect">
            <a:avLst/>
          </a:prstGeom>
        </p:spPr>
      </p:pic>
      <p:sp>
        <p:nvSpPr>
          <p:cNvPr id="6" name="內容版面配置區 1"/>
          <p:cNvSpPr>
            <a:spLocks noGrp="1"/>
          </p:cNvSpPr>
          <p:nvPr/>
        </p:nvSpPr>
        <p:spPr>
          <a:xfrm>
            <a:off x="5005070" y="1129030"/>
            <a:ext cx="4159885" cy="349250"/>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點擊詳細資訊進</a:t>
            </a: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入下圖：</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rPr>
              <a:t>Bấm vào để biết thông tin chi tiết để nhập hình ảnh dưới đây:</a:t>
            </a:r>
            <a:endParaRPr kumimoji="0" lang="zh-CN" altLang="en-US" sz="1200" b="0" i="0" u="none" strike="noStrike" kern="1200" cap="none" spc="0" normalizeH="0" baseline="0" noProof="1">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endParaRPr>
          </a:p>
        </p:txBody>
      </p:sp>
      <p:sp>
        <p:nvSpPr>
          <p:cNvPr id="12" name="向右箭號 11"/>
          <p:cNvSpPr/>
          <p:nvPr/>
        </p:nvSpPr>
        <p:spPr>
          <a:xfrm rot="5940000">
            <a:off x="2328704" y="1743869"/>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10" name="圓角矩形 9"/>
          <p:cNvSpPr/>
          <p:nvPr/>
        </p:nvSpPr>
        <p:spPr>
          <a:xfrm>
            <a:off x="1203325" y="3853180"/>
            <a:ext cx="1561465" cy="24066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9" name="向右箭號 8"/>
          <p:cNvSpPr/>
          <p:nvPr/>
        </p:nvSpPr>
        <p:spPr>
          <a:xfrm rot="5940000">
            <a:off x="6793389" y="1672114"/>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11" name="圓角矩形 10"/>
          <p:cNvSpPr/>
          <p:nvPr/>
        </p:nvSpPr>
        <p:spPr>
          <a:xfrm>
            <a:off x="6166485" y="2249805"/>
            <a:ext cx="494030" cy="20510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3" name="橢圓 12"/>
          <p:cNvSpPr/>
          <p:nvPr/>
        </p:nvSpPr>
        <p:spPr>
          <a:xfrm>
            <a:off x="828358" y="384619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1</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4" name="橢圓 13"/>
          <p:cNvSpPr/>
          <p:nvPr/>
        </p:nvSpPr>
        <p:spPr>
          <a:xfrm>
            <a:off x="6228398" y="190881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2</a:t>
            </a:r>
            <a:endParaRPr lang="en-US" altLang="zh-TW" sz="1600" strike="noStrike" noProof="1">
              <a:latin typeface="Microsoft JhengHei" panose="020B0604030504040204" pitchFamily="34" charset="-120"/>
              <a:ea typeface="Microsoft JhengHei" panose="020B0604030504040204" pitchFamily="34" charset="-120"/>
            </a:endParaRP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pic>
        <p:nvPicPr>
          <p:cNvPr id="3" name="圖片 2" descr="3"/>
          <p:cNvPicPr>
            <a:picLocks noChangeAspect="1"/>
          </p:cNvPicPr>
          <p:nvPr/>
        </p:nvPicPr>
        <p:blipFill>
          <a:blip r:embed="rId1"/>
          <a:stretch>
            <a:fillRect/>
          </a:stretch>
        </p:blipFill>
        <p:spPr>
          <a:xfrm>
            <a:off x="1042670" y="1832610"/>
            <a:ext cx="3055620" cy="3577590"/>
          </a:xfrm>
          <a:prstGeom prst="rect">
            <a:avLst/>
          </a:prstGeom>
        </p:spPr>
      </p:pic>
      <p:sp>
        <p:nvSpPr>
          <p:cNvPr id="5" name="內容版面配置區 1"/>
          <p:cNvSpPr>
            <a:spLocks noGrp="1"/>
          </p:cNvSpPr>
          <p:nvPr/>
        </p:nvSpPr>
        <p:spPr>
          <a:xfrm>
            <a:off x="972185" y="1016635"/>
            <a:ext cx="3039745" cy="589280"/>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點擊屬性進入</a:t>
            </a:r>
            <a:r>
              <a:rPr lang="zh-CN" altLang="en-US"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rPr>
              <a:t>下圖</a:t>
            </a:r>
            <a:r>
              <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rPr>
              <a:t>：Nhấn Properties để nhập hình ảnh bên dưới</a:t>
            </a:r>
            <a:endPar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endParaRPr>
          </a:p>
        </p:txBody>
      </p:sp>
      <p:pic>
        <p:nvPicPr>
          <p:cNvPr id="7" name="圖片 6" descr="121212"/>
          <p:cNvPicPr>
            <a:picLocks noChangeAspect="1"/>
          </p:cNvPicPr>
          <p:nvPr/>
        </p:nvPicPr>
        <p:blipFill>
          <a:blip r:embed="rId2"/>
          <a:stretch>
            <a:fillRect/>
          </a:stretch>
        </p:blipFill>
        <p:spPr>
          <a:xfrm>
            <a:off x="4788535" y="1798955"/>
            <a:ext cx="3093720" cy="3585845"/>
          </a:xfrm>
          <a:prstGeom prst="rect">
            <a:avLst/>
          </a:prstGeom>
        </p:spPr>
      </p:pic>
      <p:sp>
        <p:nvSpPr>
          <p:cNvPr id="12" name="向右箭號 11"/>
          <p:cNvSpPr/>
          <p:nvPr/>
        </p:nvSpPr>
        <p:spPr>
          <a:xfrm rot="5940000">
            <a:off x="2544604" y="1513364"/>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9" name="向右箭號 8"/>
          <p:cNvSpPr/>
          <p:nvPr/>
        </p:nvSpPr>
        <p:spPr>
          <a:xfrm rot="5880000">
            <a:off x="6574314" y="1474629"/>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11" name="內容版面配置區 1"/>
          <p:cNvSpPr>
            <a:spLocks noGrp="1"/>
          </p:cNvSpPr>
          <p:nvPr/>
        </p:nvSpPr>
        <p:spPr>
          <a:xfrm>
            <a:off x="4929505" y="972820"/>
            <a:ext cx="3085465" cy="633095"/>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lang="zh-CN" altLang="en-US" sz="120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找到硬體</a:t>
            </a:r>
            <a:r>
              <a:rPr lang="en-US" altLang="zh-CN" sz="120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Id</a:t>
            </a:r>
            <a:r>
              <a:rPr lang="zh-CN" altLang="en-US" sz="120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選項</a:t>
            </a:r>
            <a:r>
              <a:rPr lang="zh-CN" altLang="en-US"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rPr>
              <a:t>下圖</a:t>
            </a:r>
            <a:r>
              <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rPr>
              <a:t>：Tìm tùy chọn ID phần cứng như hình bên dưới</a:t>
            </a:r>
            <a:endPar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endParaRPr>
          </a:p>
        </p:txBody>
      </p:sp>
      <p:sp>
        <p:nvSpPr>
          <p:cNvPr id="13" name="圓角矩形 12"/>
          <p:cNvSpPr/>
          <p:nvPr/>
        </p:nvSpPr>
        <p:spPr>
          <a:xfrm>
            <a:off x="1188720" y="2773045"/>
            <a:ext cx="2768600" cy="29718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4" name="圓角矩形 13"/>
          <p:cNvSpPr/>
          <p:nvPr/>
        </p:nvSpPr>
        <p:spPr>
          <a:xfrm>
            <a:off x="4932680" y="3060700"/>
            <a:ext cx="443865" cy="17272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5" name="橢圓 14"/>
          <p:cNvSpPr/>
          <p:nvPr/>
        </p:nvSpPr>
        <p:spPr>
          <a:xfrm>
            <a:off x="3636328" y="248475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3</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6" name="橢圓 15"/>
          <p:cNvSpPr/>
          <p:nvPr/>
        </p:nvSpPr>
        <p:spPr>
          <a:xfrm>
            <a:off x="5580698" y="279781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4</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8" name="內容版面配置區 17"/>
          <p:cNvSpPr>
            <a:spLocks noGrp="1"/>
          </p:cNvSpPr>
          <p:nvPr>
            <p:ph sz="quarter" idx="11"/>
          </p:nvPr>
        </p:nvSpPr>
        <p:spPr>
          <a:xfrm>
            <a:off x="323850" y="323850"/>
            <a:ext cx="5511800" cy="60261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zh-CN" altLang="en-US">
                <a:latin typeface="Microsoft JhengHei" panose="020B0604030504040204" pitchFamily="34" charset="-120"/>
                <a:ea typeface="SimSun" panose="02010600030101010101" pitchFamily="2" charset="-122"/>
                <a:cs typeface="Microsoft JhengHei" panose="020B0604030504040204" pitchFamily="34" charset="-120"/>
                <a:sym typeface="+mn-ea"/>
              </a:rPr>
              <a:t>測試程式</a:t>
            </a:r>
            <a:r>
              <a:rPr lang="en-US" altLang="zh-TW">
                <a:latin typeface="Microsoft JhengHei" panose="020B0604030504040204" pitchFamily="34" charset="-120"/>
                <a:ea typeface="Microsoft JhengHei" panose="020B0604030504040204" pitchFamily="34" charset="-120"/>
                <a:cs typeface="Microsoft JhengHei" panose="020B0604030504040204" pitchFamily="34" charset="-120"/>
                <a:sym typeface="+mn-ea"/>
              </a:rPr>
              <a:t>Setting</a:t>
            </a:r>
            <a:r>
              <a:rPr lang="zh-CN" altLang="en-US">
                <a:latin typeface="Microsoft JhengHei" panose="020B0604030504040204" pitchFamily="34" charset="-120"/>
                <a:ea typeface="SimSun" panose="02010600030101010101" pitchFamily="2" charset="-122"/>
                <a:cs typeface="Microsoft JhengHei" panose="020B0604030504040204" pitchFamily="34" charset="-120"/>
                <a:sym typeface="+mn-ea"/>
              </a:rPr>
              <a:t>文檔</a:t>
            </a:r>
            <a:r>
              <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刷槍設定</a:t>
            </a:r>
            <a:r>
              <a:rPr lang="en-US" altLang="zh-CN">
                <a:latin typeface="Microsoft JhengHei" panose="020B0604030504040204" pitchFamily="34" charset="-120"/>
                <a:ea typeface="Microsoft JhengHei" panose="020B0604030504040204" pitchFamily="34" charset="-120"/>
                <a:cs typeface="Microsoft JhengHei" panose="020B0604030504040204" pitchFamily="34" charset="-120"/>
                <a:sym typeface="+mn-ea"/>
              </a:rPr>
              <a:t>(2)</a:t>
            </a:r>
            <a:endPar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 name="投影片編號版面配置區 4"/>
          <p:cNvSpPr>
            <a:spLocks noGrp="1"/>
          </p:cNvSpPr>
          <p:nvPr/>
        </p:nvSpPr>
        <p:spPr>
          <a:xfrm>
            <a:off x="7189788" y="5681663"/>
            <a:ext cx="2297113" cy="327025"/>
          </a:xfrm>
        </p:spPr>
        <p:txBody>
          <a:bodyPr/>
          <a:lstStyle>
            <a:defPPr>
              <a:defRPr lang="zh-TW"/>
            </a:defPPr>
            <a:lvl1pPr marL="0" algn="r" defTabSz="914400" rtl="0" eaLnBrk="1" fontAlgn="base" latinLnBrk="0" hangingPunct="1">
              <a:spcBef>
                <a:spcPct val="0"/>
              </a:spcBef>
              <a:spcAft>
                <a:spcPct val="0"/>
              </a:spcAft>
              <a:defRPr kumimoji="1" lang="zh-TW" altLang="en-US" sz="1430" b="1" kern="1200">
                <a:solidFill>
                  <a:srgbClr val="00A4DE"/>
                </a:solidFill>
                <a:latin typeface="+mn-lt"/>
                <a:ea typeface="PMingLiU" panose="02020500000000000000"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fld id="{898111AD-27A0-44AD-A3F5-113D8EB1571D}" type="slidenum">
              <a:rPr lang="zh-TW" altLang="en-US" sz="1275" strike="noStrike" noProof="1" smtClean="0">
                <a:latin typeface="+mn-lt"/>
                <a:ea typeface="PMingLiU" panose="02020500000000000000" pitchFamily="18" charset="-120"/>
                <a:cs typeface="+mn-cs"/>
              </a:rPr>
            </a:fld>
            <a:endParaRPr lang="zh-TW" altLang="en-US" sz="1275" strike="noStrike" noProof="1" dirty="0"/>
          </a:p>
        </p:txBody>
      </p:sp>
      <p:sp>
        <p:nvSpPr>
          <p:cNvPr id="5" name="內容版面配置區 1"/>
          <p:cNvSpPr>
            <a:spLocks noGrp="1"/>
          </p:cNvSpPr>
          <p:nvPr/>
        </p:nvSpPr>
        <p:spPr>
          <a:xfrm>
            <a:off x="972185" y="1016635"/>
            <a:ext cx="3223260" cy="652780"/>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點擊屬性進入</a:t>
            </a:r>
            <a:r>
              <a:rPr lang="zh-CN" altLang="en-US"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rPr>
              <a:t>下圖</a:t>
            </a:r>
            <a:r>
              <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rPr>
              <a:t>：Nhấn Properties để nhập hình ảnh bên dưới</a:t>
            </a:r>
            <a:endParaRPr lang="zh-CN" altLang="en-US" sz="1200">
              <a:latin typeface="Microsoft JhengHei" panose="020B0604030504040204" pitchFamily="34" charset="-120"/>
              <a:ea typeface="SimSun" panose="02010600030101010101" pitchFamily="2" charset="-122"/>
              <a:cs typeface="Microsoft JhengHei" panose="020B0604030504040204" pitchFamily="34" charset="-120"/>
              <a:sym typeface="+mn-ea"/>
            </a:endParaRPr>
          </a:p>
        </p:txBody>
      </p:sp>
      <p:sp>
        <p:nvSpPr>
          <p:cNvPr id="12" name="向右箭號 11"/>
          <p:cNvSpPr/>
          <p:nvPr/>
        </p:nvSpPr>
        <p:spPr>
          <a:xfrm rot="5940000">
            <a:off x="2544604" y="1383824"/>
            <a:ext cx="303213"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pic>
        <p:nvPicPr>
          <p:cNvPr id="3" name="圖片 2" descr="4"/>
          <p:cNvPicPr>
            <a:picLocks noChangeAspect="1"/>
          </p:cNvPicPr>
          <p:nvPr/>
        </p:nvPicPr>
        <p:blipFill>
          <a:blip r:embed="rId1"/>
          <a:stretch>
            <a:fillRect/>
          </a:stretch>
        </p:blipFill>
        <p:spPr>
          <a:xfrm>
            <a:off x="1044575" y="1692910"/>
            <a:ext cx="2880360" cy="3527425"/>
          </a:xfrm>
          <a:prstGeom prst="rect">
            <a:avLst/>
          </a:prstGeom>
        </p:spPr>
      </p:pic>
      <p:pic>
        <p:nvPicPr>
          <p:cNvPr id="4" name="圖片 3" descr="1234"/>
          <p:cNvPicPr>
            <a:picLocks noChangeAspect="1"/>
          </p:cNvPicPr>
          <p:nvPr/>
        </p:nvPicPr>
        <p:blipFill>
          <a:blip r:embed="rId2"/>
          <a:stretch>
            <a:fillRect/>
          </a:stretch>
        </p:blipFill>
        <p:spPr>
          <a:xfrm>
            <a:off x="5220970" y="3493135"/>
            <a:ext cx="3219450" cy="1962150"/>
          </a:xfrm>
          <a:prstGeom prst="rect">
            <a:avLst/>
          </a:prstGeom>
        </p:spPr>
      </p:pic>
      <p:pic>
        <p:nvPicPr>
          <p:cNvPr id="6" name="圖片 5" descr="123"/>
          <p:cNvPicPr>
            <a:picLocks noChangeAspect="1"/>
          </p:cNvPicPr>
          <p:nvPr/>
        </p:nvPicPr>
        <p:blipFill>
          <a:blip r:embed="rId3"/>
          <a:stretch>
            <a:fillRect/>
          </a:stretch>
        </p:blipFill>
        <p:spPr>
          <a:xfrm>
            <a:off x="5292725" y="1548765"/>
            <a:ext cx="3238500" cy="2057400"/>
          </a:xfrm>
          <a:prstGeom prst="rect">
            <a:avLst/>
          </a:prstGeom>
        </p:spPr>
      </p:pic>
      <p:sp>
        <p:nvSpPr>
          <p:cNvPr id="7" name="內容版面配置區 1"/>
          <p:cNvSpPr>
            <a:spLocks noGrp="1"/>
          </p:cNvSpPr>
          <p:nvPr/>
        </p:nvSpPr>
        <p:spPr>
          <a:xfrm>
            <a:off x="5148580" y="688975"/>
            <a:ext cx="4409440" cy="980440"/>
          </a:xfrm>
          <a:prstGeom prst="rect">
            <a:avLst/>
          </a:prstGeom>
        </p:spPr>
        <p:txBody>
          <a:bodyPr/>
          <a:lstStyle>
            <a:lvl1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1pPr>
            <a:lvl2pPr marL="457200" indent="0" algn="l" rtl="0" eaLnBrk="0" fontAlgn="base" hangingPunct="0">
              <a:spcBef>
                <a:spcPct val="20000"/>
              </a:spcBef>
              <a:spcAft>
                <a:spcPct val="0"/>
              </a:spcAft>
              <a:buFont typeface="Arial" panose="020B0604020202020204" pitchFamily="34" charset="0"/>
              <a:buNone/>
              <a:defRPr sz="2800" kern="1200">
                <a:solidFill>
                  <a:schemeClr val="tx1"/>
                </a:solidFill>
                <a:latin typeface="Arial Unicode MS" panose="020B0604020202020204" pitchFamily="34" charset="-120"/>
                <a:ea typeface="Arial Unicode MS" panose="020B0604020202020204" pitchFamily="34" charset="-120"/>
                <a:cs typeface="Arial Unicode MS" panose="020B0604020202020204" pitchFamily="34" charset="-12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rPr>
              <a:t>https://t.aies.cn/danwei/jinzhi/</a:t>
            </a:r>
            <a:r>
              <a:rPr kumimoji="0" lang="zh-CN" altLang="en-US" sz="1200" b="0" i="0" u="none" strike="noStrike" cap="none" spc="0" normalizeH="0" baseline="0" noProof="1">
                <a:solidFill>
                  <a:srgbClr val="FF0000"/>
                </a:solidFill>
                <a:latin typeface="Microsoft JhengHei" panose="020B0604030504040204" pitchFamily="34" charset="-120"/>
                <a:cs typeface="Microsoft JhengHei" panose="020B0604030504040204" pitchFamily="34" charset="-120"/>
              </a:rPr>
              <a:t>（</a:t>
            </a:r>
            <a:r>
              <a:rPr lang="zh-CN" altLang="en-US" sz="1200">
                <a:solidFill>
                  <a:srgbClr val="FF0000"/>
                </a:solidFill>
                <a:latin typeface="Microsoft JhengHei" panose="020B0604030504040204" pitchFamily="34" charset="-120"/>
                <a:cs typeface="Microsoft JhengHei" panose="020B0604030504040204" pitchFamily="34" charset="-120"/>
                <a:sym typeface="+mn-ea"/>
              </a:rPr>
              <a:t>轉換網站）</a:t>
            </a:r>
            <a:endParaRPr kumimoji="0" lang="zh-CN" altLang="en-US" sz="1200" b="0" i="0" u="none" strike="noStrike" cap="none" spc="0" normalizeH="0" baseline="0" noProof="1">
              <a:solidFill>
                <a:srgbClr val="FF0000"/>
              </a:solidFill>
              <a:latin typeface="Microsoft JhengHei" panose="020B0604030504040204" pitchFamily="34" charset="-120"/>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rPr>
              <a:t>注意：轉換必須全部小寫字母</a:t>
            </a:r>
            <a:r>
              <a:rPr kumimoji="0" lang="en-US" altLang="zh-CN"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rPr>
              <a:t>,</a:t>
            </a:r>
            <a:r>
              <a:rPr kumimoji="0" lang="zh-CN" altLang="en-US"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rPr>
              <a:t>大寫無法轉換</a:t>
            </a:r>
            <a:endParaRPr kumimoji="0" lang="zh-CN" altLang="en-US"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endParaRPr>
          </a:p>
          <a:p>
            <a:pPr marL="285750" marR="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pPr>
            <a:r>
              <a:rPr kumimoji="0" lang="zh-CN" altLang="en-US" sz="1200" b="0" i="0" u="none" strike="noStrike" cap="none" spc="0" normalizeH="0" baseline="0" noProof="1">
                <a:solidFill>
                  <a:schemeClr val="tx1"/>
                </a:solidFill>
                <a:latin typeface="Microsoft JhengHei" panose="020B0604030504040204" pitchFamily="34" charset="-120"/>
                <a:cs typeface="Microsoft JhengHei" panose="020B0604030504040204" pitchFamily="34" charset="-120"/>
              </a:rPr>
              <a:t>明細下圖</a:t>
            </a:r>
            <a:r>
              <a:rPr lang="zh-CN" altLang="en-US"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rPr>
              <a:t>：</a:t>
            </a:r>
            <a:r>
              <a:rPr lang="vi-VN" altLang="zh-CN"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rPr>
              <a:t>Chú ý: Tất cả phải được chuyển thành chữ thường, không sử dụng chữ in hoa, chi tiết như hình:</a:t>
            </a:r>
            <a:endParaRPr lang="vi-VN" altLang="zh-CN" sz="1200">
              <a:solidFill>
                <a:schemeClr val="tx1"/>
              </a:solidFill>
              <a:latin typeface="Microsoft JhengHei" panose="020B0604030504040204" pitchFamily="34" charset="-120"/>
              <a:ea typeface="SimSun" panose="02010600030101010101" pitchFamily="2" charset="-122"/>
              <a:cs typeface="Microsoft JhengHei" panose="020B0604030504040204" pitchFamily="34" charset="-120"/>
              <a:sym typeface="+mn-ea"/>
            </a:endParaRPr>
          </a:p>
        </p:txBody>
      </p:sp>
      <p:sp>
        <p:nvSpPr>
          <p:cNvPr id="9" name="向右箭號 8"/>
          <p:cNvSpPr/>
          <p:nvPr/>
        </p:nvSpPr>
        <p:spPr>
          <a:xfrm rot="20940000">
            <a:off x="3993515" y="2867025"/>
            <a:ext cx="1435100"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10" name="向右箭號 9"/>
          <p:cNvSpPr/>
          <p:nvPr/>
        </p:nvSpPr>
        <p:spPr>
          <a:xfrm rot="1980000">
            <a:off x="3890645" y="3844925"/>
            <a:ext cx="1625600" cy="23495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p>
            <a:pPr algn="ctr" fontAlgn="base"/>
            <a:endParaRPr lang="zh-TW" altLang="en-US" sz="1600" strike="noStrike" noProof="1">
              <a:latin typeface="Microsoft JhengHei" panose="020B0604030504040204" pitchFamily="34" charset="-120"/>
              <a:ea typeface="Microsoft JhengHei" panose="020B0604030504040204" pitchFamily="34" charset="-120"/>
            </a:endParaRPr>
          </a:p>
        </p:txBody>
      </p:sp>
      <p:sp>
        <p:nvSpPr>
          <p:cNvPr id="11" name="圓角矩形 10"/>
          <p:cNvSpPr/>
          <p:nvPr/>
        </p:nvSpPr>
        <p:spPr>
          <a:xfrm>
            <a:off x="1148080" y="3204845"/>
            <a:ext cx="1119505" cy="19621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t"/>
          <a:lstStyle>
            <a:defPPr>
              <a:defRPr lang="zh-TW">
                <a:solidFill>
                  <a:schemeClr val="lt1"/>
                </a:solidFill>
              </a:defRPr>
            </a:defPPr>
            <a:lvl1pPr marL="0" algn="l" defTabSz="914400" rtl="0" eaLnBrk="1" latinLnBrk="0" hangingPunct="1">
              <a:defRPr sz="1100">
                <a:solidFill>
                  <a:schemeClr val="lt1"/>
                </a:solidFill>
                <a:latin typeface="+mn-lt"/>
                <a:ea typeface="+mn-ea"/>
                <a:cs typeface="+mn-cs"/>
              </a:defRPr>
            </a:lvl1pPr>
            <a:lvl2pPr marL="457200" algn="l" defTabSz="914400" rtl="0" eaLnBrk="1" latinLnBrk="0" hangingPunct="1">
              <a:defRPr sz="1100">
                <a:solidFill>
                  <a:schemeClr val="lt1"/>
                </a:solidFill>
                <a:latin typeface="+mn-lt"/>
                <a:ea typeface="+mn-ea"/>
                <a:cs typeface="+mn-cs"/>
              </a:defRPr>
            </a:lvl2pPr>
            <a:lvl3pPr marL="914400" algn="l" defTabSz="914400" rtl="0" eaLnBrk="1" latinLnBrk="0" hangingPunct="1">
              <a:defRPr sz="1100">
                <a:solidFill>
                  <a:schemeClr val="lt1"/>
                </a:solidFill>
                <a:latin typeface="+mn-lt"/>
                <a:ea typeface="+mn-ea"/>
                <a:cs typeface="+mn-cs"/>
              </a:defRPr>
            </a:lvl3pPr>
            <a:lvl4pPr marL="1371600" algn="l" defTabSz="914400" rtl="0" eaLnBrk="1" latinLnBrk="0" hangingPunct="1">
              <a:defRPr sz="1100">
                <a:solidFill>
                  <a:schemeClr val="lt1"/>
                </a:solidFill>
                <a:latin typeface="+mn-lt"/>
                <a:ea typeface="+mn-ea"/>
                <a:cs typeface="+mn-cs"/>
              </a:defRPr>
            </a:lvl4pPr>
            <a:lvl5pPr marL="1828800" algn="l" defTabSz="914400" rtl="0" eaLnBrk="1" latinLnBrk="0" hangingPunct="1">
              <a:defRPr sz="1100">
                <a:solidFill>
                  <a:schemeClr val="lt1"/>
                </a:solidFill>
                <a:latin typeface="+mn-lt"/>
                <a:ea typeface="+mn-ea"/>
                <a:cs typeface="+mn-cs"/>
              </a:defRPr>
            </a:lvl5pPr>
            <a:lvl6pPr marL="2286000" algn="l" defTabSz="914400" rtl="0" eaLnBrk="1" latinLnBrk="0" hangingPunct="1">
              <a:defRPr sz="1100">
                <a:solidFill>
                  <a:schemeClr val="lt1"/>
                </a:solidFill>
                <a:latin typeface="+mn-lt"/>
                <a:ea typeface="+mn-ea"/>
                <a:cs typeface="+mn-cs"/>
              </a:defRPr>
            </a:lvl6pPr>
            <a:lvl7pPr marL="2743200" algn="l" defTabSz="914400" rtl="0" eaLnBrk="1" latinLnBrk="0" hangingPunct="1">
              <a:defRPr sz="1100">
                <a:solidFill>
                  <a:schemeClr val="lt1"/>
                </a:solidFill>
                <a:latin typeface="+mn-lt"/>
                <a:ea typeface="+mn-ea"/>
                <a:cs typeface="+mn-cs"/>
              </a:defRPr>
            </a:lvl7pPr>
            <a:lvl8pPr marL="3200400" algn="l" defTabSz="914400" rtl="0" eaLnBrk="1" latinLnBrk="0" hangingPunct="1">
              <a:defRPr sz="1100">
                <a:solidFill>
                  <a:schemeClr val="lt1"/>
                </a:solidFill>
                <a:latin typeface="+mn-lt"/>
                <a:ea typeface="+mn-ea"/>
                <a:cs typeface="+mn-cs"/>
              </a:defRPr>
            </a:lvl8pPr>
            <a:lvl9pPr marL="3657600" algn="l" defTabSz="914400" rtl="0" eaLnBrk="1" latinLnBrk="0" hangingPunct="1">
              <a:defRPr sz="1100">
                <a:solidFill>
                  <a:schemeClr val="lt1"/>
                </a:solidFill>
                <a:latin typeface="+mn-lt"/>
                <a:ea typeface="+mn-ea"/>
                <a:cs typeface="+mn-cs"/>
              </a:defRPr>
            </a:lvl9pPr>
          </a:lstStyle>
          <a:p>
            <a:pPr algn="l" fontAlgn="base"/>
            <a:endParaRPr lang="zh-TW" altLang="en-US" sz="1100" strike="noStrike" noProof="1">
              <a:latin typeface="Microsoft JhengHei" panose="020B0604030504040204" pitchFamily="34" charset="-120"/>
              <a:ea typeface="Microsoft JhengHei" panose="020B0604030504040204" pitchFamily="34" charset="-120"/>
            </a:endParaRPr>
          </a:p>
        </p:txBody>
      </p:sp>
      <p:sp>
        <p:nvSpPr>
          <p:cNvPr id="13" name="橢圓 12"/>
          <p:cNvSpPr/>
          <p:nvPr/>
        </p:nvSpPr>
        <p:spPr>
          <a:xfrm>
            <a:off x="5364798" y="2124710"/>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5</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4" name="橢圓 13"/>
          <p:cNvSpPr/>
          <p:nvPr/>
        </p:nvSpPr>
        <p:spPr>
          <a:xfrm>
            <a:off x="5508308" y="3924935"/>
            <a:ext cx="246063" cy="247650"/>
          </a:xfrm>
          <a:prstGeom prst="ellipse">
            <a:avLst/>
          </a:prstGeom>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p>
            <a:pPr algn="ctr" fontAlgn="base"/>
            <a:r>
              <a:rPr lang="en-US" altLang="zh-TW" sz="1600" strike="noStrike" noProof="1">
                <a:latin typeface="Microsoft JhengHei" panose="020B0604030504040204" pitchFamily="34" charset="-120"/>
                <a:ea typeface="Microsoft JhengHei" panose="020B0604030504040204" pitchFamily="34" charset="-120"/>
              </a:rPr>
              <a:t>6</a:t>
            </a:r>
            <a:endParaRPr lang="en-US" altLang="zh-TW" sz="1600" strike="noStrike" noProof="1">
              <a:latin typeface="Microsoft JhengHei" panose="020B0604030504040204" pitchFamily="34" charset="-120"/>
              <a:ea typeface="Microsoft JhengHei" panose="020B0604030504040204" pitchFamily="34" charset="-120"/>
            </a:endParaRPr>
          </a:p>
        </p:txBody>
      </p:sp>
      <p:sp>
        <p:nvSpPr>
          <p:cNvPr id="16" name="內容版面配置區 15"/>
          <p:cNvSpPr>
            <a:spLocks noGrp="1"/>
          </p:cNvSpPr>
          <p:nvPr>
            <p:ph sz="quarter" idx="11"/>
          </p:nvPr>
        </p:nvSpPr>
        <p:spPr>
          <a:xfrm>
            <a:off x="323850" y="323850"/>
            <a:ext cx="5511800" cy="602615"/>
          </a:xfrm>
        </p:spPr>
        <p:txBody>
          <a:bodyPr/>
          <a:p>
            <a:pPr marL="0" marR="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lang="zh-CN" altLang="en-US">
                <a:latin typeface="Microsoft JhengHei" panose="020B0604030504040204" pitchFamily="34" charset="-120"/>
                <a:ea typeface="SimSun" panose="02010600030101010101" pitchFamily="2" charset="-122"/>
                <a:cs typeface="Microsoft JhengHei" panose="020B0604030504040204" pitchFamily="34" charset="-120"/>
                <a:sym typeface="+mn-ea"/>
              </a:rPr>
              <a:t>測試程式</a:t>
            </a:r>
            <a:r>
              <a:rPr lang="en-US" altLang="zh-TW">
                <a:latin typeface="Microsoft JhengHei" panose="020B0604030504040204" pitchFamily="34" charset="-120"/>
                <a:ea typeface="Microsoft JhengHei" panose="020B0604030504040204" pitchFamily="34" charset="-120"/>
                <a:cs typeface="Microsoft JhengHei" panose="020B0604030504040204" pitchFamily="34" charset="-120"/>
                <a:sym typeface="+mn-ea"/>
              </a:rPr>
              <a:t>Setting</a:t>
            </a:r>
            <a:r>
              <a:rPr lang="zh-CN" altLang="en-US">
                <a:latin typeface="Microsoft JhengHei" panose="020B0604030504040204" pitchFamily="34" charset="-120"/>
                <a:ea typeface="SimSun" panose="02010600030101010101" pitchFamily="2" charset="-122"/>
                <a:cs typeface="Microsoft JhengHei" panose="020B0604030504040204" pitchFamily="34" charset="-120"/>
                <a:sym typeface="+mn-ea"/>
              </a:rPr>
              <a:t>文檔</a:t>
            </a:r>
            <a:r>
              <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rPr>
              <a:t>刷槍設定</a:t>
            </a:r>
            <a:r>
              <a:rPr lang="en-US" altLang="zh-CN">
                <a:latin typeface="Microsoft JhengHei" panose="020B0604030504040204" pitchFamily="34" charset="-120"/>
                <a:ea typeface="Microsoft JhengHei" panose="020B0604030504040204" pitchFamily="34" charset="-120"/>
                <a:cs typeface="Microsoft JhengHei" panose="020B0604030504040204" pitchFamily="34" charset="-120"/>
                <a:sym typeface="+mn-ea"/>
              </a:rPr>
              <a:t>(3)</a:t>
            </a:r>
            <a:endParaRPr kumimoji="0" lang="zh-CN" altLang="en-US" sz="2800" b="0" i="0" u="none" strike="noStrike" kern="1200" cap="none" spc="0" normalizeH="0" baseline="0" noProof="1">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PEG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2608</Words>
  <Application>WPS Presentation</Application>
  <PresentationFormat>自訂</PresentationFormat>
  <Paragraphs>130</Paragraphs>
  <Slides>7</Slides>
  <Notes>1</Notes>
  <HiddenSlides>1</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7</vt:i4>
      </vt:variant>
    </vt:vector>
  </HeadingPairs>
  <TitlesOfParts>
    <vt:vector size="23" baseType="lpstr">
      <vt:lpstr>Arial</vt:lpstr>
      <vt:lpstr>SimSun</vt:lpstr>
      <vt:lpstr>Wingdings</vt:lpstr>
      <vt:lpstr>Calibri</vt:lpstr>
      <vt:lpstr>PMingLiU</vt:lpstr>
      <vt:lpstr>Myriad Pro Light</vt:lpstr>
      <vt:lpstr>Segoe Print</vt:lpstr>
      <vt:lpstr>文鼎新細黑</vt:lpstr>
      <vt:lpstr>Microsoft JhengHei</vt:lpstr>
      <vt:lpstr>Arial Unicode MS</vt:lpstr>
      <vt:lpstr>Microsoft YaHei</vt:lpstr>
      <vt:lpstr>Arial Unicode MS</vt:lpstr>
      <vt:lpstr>SimHei</vt:lpstr>
      <vt:lpstr>PEGATRON</vt:lpstr>
      <vt:lpstr>Acrobat.Document.DC</vt:lpstr>
      <vt:lpstr>Acrobat.Document.DC</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Jackie Huang(黃崇敬_Pegatron)</dc:creator>
  <cp:lastModifiedBy>Linda1_Tran</cp:lastModifiedBy>
  <cp:revision>417</cp:revision>
  <dcterms:created xsi:type="dcterms:W3CDTF">2014-10-27T07:11:00Z</dcterms:created>
  <dcterms:modified xsi:type="dcterms:W3CDTF">2024-09-16T01:24:41Z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y fmtid="{D5CDD505-2E9C-101B-9397-08002B2CF9AE}" pid="3" name="ICV">
    <vt:lpwstr>64FAC60BE1D5456393BBCBB353C0EE4E</vt:lpwstr>
  </property>
</Properties>
</file>